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69505E-6982-4C49-A651-6EA4CB91D9D9}" v="10" dt="2026-02-03T18:10:48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go Israel Monsanto Ferreira Pereira Lagos" userId="e0e397de-81dd-4d9d-8a82-69078809dae7" providerId="ADAL" clId="{B70D8A23-0998-4051-A36F-BC36A5E8ED92}"/>
    <pc:docChg chg="undo custSel addSld delSld modSld">
      <pc:chgData name="Tiago Israel Monsanto Ferreira Pereira Lagos" userId="e0e397de-81dd-4d9d-8a82-69078809dae7" providerId="ADAL" clId="{B70D8A23-0998-4051-A36F-BC36A5E8ED92}" dt="2026-02-04T19:07:32.572" v="383" actId="20577"/>
      <pc:docMkLst>
        <pc:docMk/>
      </pc:docMkLst>
      <pc:sldChg chg="addSp modSp mod">
        <pc:chgData name="Tiago Israel Monsanto Ferreira Pereira Lagos" userId="e0e397de-81dd-4d9d-8a82-69078809dae7" providerId="ADAL" clId="{B70D8A23-0998-4051-A36F-BC36A5E8ED92}" dt="2026-02-04T19:07:32.572" v="383" actId="20577"/>
        <pc:sldMkLst>
          <pc:docMk/>
          <pc:sldMk cId="2753583430" sldId="256"/>
        </pc:sldMkLst>
        <pc:spChg chg="mod">
          <ac:chgData name="Tiago Israel Monsanto Ferreira Pereira Lagos" userId="e0e397de-81dd-4d9d-8a82-69078809dae7" providerId="ADAL" clId="{B70D8A23-0998-4051-A36F-BC36A5E8ED92}" dt="2026-02-04T19:07:27.731" v="381" actId="20577"/>
          <ac:spMkLst>
            <pc:docMk/>
            <pc:sldMk cId="2753583430" sldId="256"/>
            <ac:spMk id="2" creationId="{24D8804D-9AA3-71FE-76F7-F9C57BD5B384}"/>
          </ac:spMkLst>
        </pc:spChg>
        <pc:spChg chg="mod">
          <ac:chgData name="Tiago Israel Monsanto Ferreira Pereira Lagos" userId="e0e397de-81dd-4d9d-8a82-69078809dae7" providerId="ADAL" clId="{B70D8A23-0998-4051-A36F-BC36A5E8ED92}" dt="2026-02-04T19:07:32.572" v="383" actId="20577"/>
          <ac:spMkLst>
            <pc:docMk/>
            <pc:sldMk cId="2753583430" sldId="256"/>
            <ac:spMk id="3" creationId="{8E073B9F-6509-6B0D-325C-0BC3851EC301}"/>
          </ac:spMkLst>
        </pc:spChg>
        <pc:spChg chg="add mod">
          <ac:chgData name="Tiago Israel Monsanto Ferreira Pereira Lagos" userId="e0e397de-81dd-4d9d-8a82-69078809dae7" providerId="ADAL" clId="{B70D8A23-0998-4051-A36F-BC36A5E8ED92}" dt="2026-01-27T15:49:52.207" v="233" actId="20577"/>
          <ac:spMkLst>
            <pc:docMk/>
            <pc:sldMk cId="2753583430" sldId="256"/>
            <ac:spMk id="4" creationId="{A4035627-A52E-FFC8-83A7-8CCF7AC24743}"/>
          </ac:spMkLst>
        </pc:spChg>
        <pc:spChg chg="add mod">
          <ac:chgData name="Tiago Israel Monsanto Ferreira Pereira Lagos" userId="e0e397de-81dd-4d9d-8a82-69078809dae7" providerId="ADAL" clId="{B70D8A23-0998-4051-A36F-BC36A5E8ED92}" dt="2026-01-27T15:50:30.929" v="279" actId="20577"/>
          <ac:spMkLst>
            <pc:docMk/>
            <pc:sldMk cId="2753583430" sldId="256"/>
            <ac:spMk id="6" creationId="{DEE9C606-3FF4-75B8-9F13-AA96E0D2406D}"/>
          </ac:spMkLst>
        </pc:spChg>
        <pc:picChg chg="mod">
          <ac:chgData name="Tiago Israel Monsanto Ferreira Pereira Lagos" userId="e0e397de-81dd-4d9d-8a82-69078809dae7" providerId="ADAL" clId="{B70D8A23-0998-4051-A36F-BC36A5E8ED92}" dt="2026-02-03T18:01:42.558" v="286" actId="1076"/>
          <ac:picMkLst>
            <pc:docMk/>
            <pc:sldMk cId="2753583430" sldId="256"/>
            <ac:picMk id="5" creationId="{2392D60C-DAF5-BD33-ACF9-6BD5C3B3494F}"/>
          </ac:picMkLst>
        </pc:picChg>
      </pc:sldChg>
      <pc:sldChg chg="addSp delSp modSp del mod">
        <pc:chgData name="Tiago Israel Monsanto Ferreira Pereira Lagos" userId="e0e397de-81dd-4d9d-8a82-69078809dae7" providerId="ADAL" clId="{B70D8A23-0998-4051-A36F-BC36A5E8ED92}" dt="2026-02-03T18:54:11.960" v="361" actId="2696"/>
        <pc:sldMkLst>
          <pc:docMk/>
          <pc:sldMk cId="1679459486" sldId="257"/>
        </pc:sldMkLst>
        <pc:spChg chg="mod">
          <ac:chgData name="Tiago Israel Monsanto Ferreira Pereira Lagos" userId="e0e397de-81dd-4d9d-8a82-69078809dae7" providerId="ADAL" clId="{B70D8A23-0998-4051-A36F-BC36A5E8ED92}" dt="2026-02-03T18:10:09.335" v="299" actId="20577"/>
          <ac:spMkLst>
            <pc:docMk/>
            <pc:sldMk cId="1679459486" sldId="257"/>
            <ac:spMk id="2" creationId="{42A94823-8A4D-1F5E-49E3-F5FA41799E56}"/>
          </ac:spMkLst>
        </pc:spChg>
        <pc:spChg chg="mod">
          <ac:chgData name="Tiago Israel Monsanto Ferreira Pereira Lagos" userId="e0e397de-81dd-4d9d-8a82-69078809dae7" providerId="ADAL" clId="{B70D8A23-0998-4051-A36F-BC36A5E8ED92}" dt="2026-02-03T18:11:14.197" v="328" actId="1076"/>
          <ac:spMkLst>
            <pc:docMk/>
            <pc:sldMk cId="1679459486" sldId="257"/>
            <ac:spMk id="3" creationId="{B6E59042-27B3-FF67-AD60-936936107E3D}"/>
          </ac:spMkLst>
        </pc:spChg>
        <pc:spChg chg="del">
          <ac:chgData name="Tiago Israel Monsanto Ferreira Pereira Lagos" userId="e0e397de-81dd-4d9d-8a82-69078809dae7" providerId="ADAL" clId="{B70D8A23-0998-4051-A36F-BC36A5E8ED92}" dt="2026-02-03T18:10:36.772" v="310" actId="21"/>
          <ac:spMkLst>
            <pc:docMk/>
            <pc:sldMk cId="1679459486" sldId="257"/>
            <ac:spMk id="4" creationId="{4366E61E-6E41-9D58-CBB8-8BFB0C2EFB5C}"/>
          </ac:spMkLst>
        </pc:spChg>
        <pc:spChg chg="add mod">
          <ac:chgData name="Tiago Israel Monsanto Ferreira Pereira Lagos" userId="e0e397de-81dd-4d9d-8a82-69078809dae7" providerId="ADAL" clId="{B70D8A23-0998-4051-A36F-BC36A5E8ED92}" dt="2026-02-03T18:11:28.148" v="329" actId="1076"/>
          <ac:spMkLst>
            <pc:docMk/>
            <pc:sldMk cId="1679459486" sldId="257"/>
            <ac:spMk id="6" creationId="{2819A651-83C7-4673-A7A1-CA5870750EA5}"/>
          </ac:spMkLst>
        </pc:spChg>
        <pc:picChg chg="add del mod">
          <ac:chgData name="Tiago Israel Monsanto Ferreira Pereira Lagos" userId="e0e397de-81dd-4d9d-8a82-69078809dae7" providerId="ADAL" clId="{B70D8A23-0998-4051-A36F-BC36A5E8ED92}" dt="2026-02-03T18:42:59.356" v="348" actId="21"/>
          <ac:picMkLst>
            <pc:docMk/>
            <pc:sldMk cId="1679459486" sldId="257"/>
            <ac:picMk id="8" creationId="{57CE3F88-CAD4-F5D7-92C0-C4737A202609}"/>
          </ac:picMkLst>
        </pc:picChg>
        <pc:picChg chg="add del mod">
          <ac:chgData name="Tiago Israel Monsanto Ferreira Pereira Lagos" userId="e0e397de-81dd-4d9d-8a82-69078809dae7" providerId="ADAL" clId="{B70D8A23-0998-4051-A36F-BC36A5E8ED92}" dt="2026-02-03T18:42:56.591" v="347" actId="21"/>
          <ac:picMkLst>
            <pc:docMk/>
            <pc:sldMk cId="1679459486" sldId="257"/>
            <ac:picMk id="10" creationId="{EB5AC7C1-8366-28A0-9CD7-475A9557B989}"/>
          </ac:picMkLst>
        </pc:picChg>
        <pc:picChg chg="add mod">
          <ac:chgData name="Tiago Israel Monsanto Ferreira Pereira Lagos" userId="e0e397de-81dd-4d9d-8a82-69078809dae7" providerId="ADAL" clId="{B70D8A23-0998-4051-A36F-BC36A5E8ED92}" dt="2026-02-03T18:45:42.176" v="359" actId="1076"/>
          <ac:picMkLst>
            <pc:docMk/>
            <pc:sldMk cId="1679459486" sldId="257"/>
            <ac:picMk id="12" creationId="{5C67DA22-B343-6645-B213-3F154D12CD0C}"/>
          </ac:picMkLst>
        </pc:picChg>
        <pc:picChg chg="add mod">
          <ac:chgData name="Tiago Israel Monsanto Ferreira Pereira Lagos" userId="e0e397de-81dd-4d9d-8a82-69078809dae7" providerId="ADAL" clId="{B70D8A23-0998-4051-A36F-BC36A5E8ED92}" dt="2026-02-03T18:45:32.669" v="358" actId="1076"/>
          <ac:picMkLst>
            <pc:docMk/>
            <pc:sldMk cId="1679459486" sldId="257"/>
            <ac:picMk id="14" creationId="{541DDA0A-95AB-0EAF-97A1-9B9545C76905}"/>
          </ac:picMkLst>
        </pc:picChg>
      </pc:sldChg>
      <pc:sldChg chg="addSp delSp modSp mod">
        <pc:chgData name="Tiago Israel Monsanto Ferreira Pereira Lagos" userId="e0e397de-81dd-4d9d-8a82-69078809dae7" providerId="ADAL" clId="{B70D8A23-0998-4051-A36F-BC36A5E8ED92}" dt="2026-01-27T15:48:43.431" v="175" actId="27636"/>
        <pc:sldMkLst>
          <pc:docMk/>
          <pc:sldMk cId="2589709224" sldId="259"/>
        </pc:sldMkLst>
        <pc:spChg chg="mod">
          <ac:chgData name="Tiago Israel Monsanto Ferreira Pereira Lagos" userId="e0e397de-81dd-4d9d-8a82-69078809dae7" providerId="ADAL" clId="{B70D8A23-0998-4051-A36F-BC36A5E8ED92}" dt="2026-01-27T15:48:43.431" v="175" actId="27636"/>
          <ac:spMkLst>
            <pc:docMk/>
            <pc:sldMk cId="2589709224" sldId="259"/>
            <ac:spMk id="2" creationId="{68E3AEBD-16EF-6068-DA95-394F3E6B8F61}"/>
          </ac:spMkLst>
        </pc:spChg>
        <pc:picChg chg="add mod">
          <ac:chgData name="Tiago Israel Monsanto Ferreira Pereira Lagos" userId="e0e397de-81dd-4d9d-8a82-69078809dae7" providerId="ADAL" clId="{B70D8A23-0998-4051-A36F-BC36A5E8ED92}" dt="2026-01-27T15:48:02.841" v="167" actId="1076"/>
          <ac:picMkLst>
            <pc:docMk/>
            <pc:sldMk cId="2589709224" sldId="259"/>
            <ac:picMk id="8" creationId="{22A59AAE-6BF9-F98F-1124-2DC89867F0E3}"/>
          </ac:picMkLst>
        </pc:picChg>
        <pc:picChg chg="add mod">
          <ac:chgData name="Tiago Israel Monsanto Ferreira Pereira Lagos" userId="e0e397de-81dd-4d9d-8a82-69078809dae7" providerId="ADAL" clId="{B70D8A23-0998-4051-A36F-BC36A5E8ED92}" dt="2026-01-27T15:48:20.409" v="171" actId="14100"/>
          <ac:picMkLst>
            <pc:docMk/>
            <pc:sldMk cId="2589709224" sldId="259"/>
            <ac:picMk id="10" creationId="{7AF3B67B-3907-80F3-097F-AF2F8D8846FA}"/>
          </ac:picMkLst>
        </pc:picChg>
        <pc:picChg chg="add mod">
          <ac:chgData name="Tiago Israel Monsanto Ferreira Pereira Lagos" userId="e0e397de-81dd-4d9d-8a82-69078809dae7" providerId="ADAL" clId="{B70D8A23-0998-4051-A36F-BC36A5E8ED92}" dt="2026-01-27T15:48:13.386" v="169" actId="1076"/>
          <ac:picMkLst>
            <pc:docMk/>
            <pc:sldMk cId="2589709224" sldId="259"/>
            <ac:picMk id="12" creationId="{B63180F5-64EF-1A36-7EF6-AABEFEDC2173}"/>
          </ac:picMkLst>
        </pc:picChg>
        <pc:picChg chg="add mod">
          <ac:chgData name="Tiago Israel Monsanto Ferreira Pereira Lagos" userId="e0e397de-81dd-4d9d-8a82-69078809dae7" providerId="ADAL" clId="{B70D8A23-0998-4051-A36F-BC36A5E8ED92}" dt="2026-01-27T15:48:38.160" v="173" actId="1076"/>
          <ac:picMkLst>
            <pc:docMk/>
            <pc:sldMk cId="2589709224" sldId="259"/>
            <ac:picMk id="14" creationId="{2CAED27D-3620-00BA-7CDD-EEA9F5F9527B}"/>
          </ac:picMkLst>
        </pc:picChg>
      </pc:sldChg>
      <pc:sldChg chg="addSp delSp modSp add mod">
        <pc:chgData name="Tiago Israel Monsanto Ferreira Pereira Lagos" userId="e0e397de-81dd-4d9d-8a82-69078809dae7" providerId="ADAL" clId="{B70D8A23-0998-4051-A36F-BC36A5E8ED92}" dt="2026-01-27T14:47:31.885" v="75" actId="1076"/>
        <pc:sldMkLst>
          <pc:docMk/>
          <pc:sldMk cId="475044268" sldId="260"/>
        </pc:sldMkLst>
        <pc:spChg chg="mod">
          <ac:chgData name="Tiago Israel Monsanto Ferreira Pereira Lagos" userId="e0e397de-81dd-4d9d-8a82-69078809dae7" providerId="ADAL" clId="{B70D8A23-0998-4051-A36F-BC36A5E8ED92}" dt="2026-01-27T14:45:37.252" v="42" actId="255"/>
          <ac:spMkLst>
            <pc:docMk/>
            <pc:sldMk cId="475044268" sldId="260"/>
            <ac:spMk id="2" creationId="{06A11345-F399-FFF4-D295-4098405F3A7B}"/>
          </ac:spMkLst>
        </pc:spChg>
        <pc:picChg chg="add mod">
          <ac:chgData name="Tiago Israel Monsanto Ferreira Pereira Lagos" userId="e0e397de-81dd-4d9d-8a82-69078809dae7" providerId="ADAL" clId="{B70D8A23-0998-4051-A36F-BC36A5E8ED92}" dt="2026-01-27T14:47:31.885" v="75" actId="1076"/>
          <ac:picMkLst>
            <pc:docMk/>
            <pc:sldMk cId="475044268" sldId="260"/>
            <ac:picMk id="6" creationId="{BDDF57F4-B460-8CA2-0021-AE3B3ED70E65}"/>
          </ac:picMkLst>
        </pc:picChg>
        <pc:picChg chg="add mod">
          <ac:chgData name="Tiago Israel Monsanto Ferreira Pereira Lagos" userId="e0e397de-81dd-4d9d-8a82-69078809dae7" providerId="ADAL" clId="{B70D8A23-0998-4051-A36F-BC36A5E8ED92}" dt="2026-01-27T14:47:26.257" v="74" actId="1076"/>
          <ac:picMkLst>
            <pc:docMk/>
            <pc:sldMk cId="475044268" sldId="260"/>
            <ac:picMk id="8" creationId="{D3886C1D-0978-9127-5191-3E823E1FA85F}"/>
          </ac:picMkLst>
        </pc:picChg>
        <pc:picChg chg="add mod">
          <ac:chgData name="Tiago Israel Monsanto Ferreira Pereira Lagos" userId="e0e397de-81dd-4d9d-8a82-69078809dae7" providerId="ADAL" clId="{B70D8A23-0998-4051-A36F-BC36A5E8ED92}" dt="2026-01-27T14:47:16.516" v="73" actId="1076"/>
          <ac:picMkLst>
            <pc:docMk/>
            <pc:sldMk cId="475044268" sldId="260"/>
            <ac:picMk id="10" creationId="{32BCE7DB-B2AC-A241-7099-32A9F0A9886C}"/>
          </ac:picMkLst>
        </pc:picChg>
        <pc:picChg chg="add mod">
          <ac:chgData name="Tiago Israel Monsanto Ferreira Pereira Lagos" userId="e0e397de-81dd-4d9d-8a82-69078809dae7" providerId="ADAL" clId="{B70D8A23-0998-4051-A36F-BC36A5E8ED92}" dt="2026-01-27T14:47:13.335" v="72" actId="1076"/>
          <ac:picMkLst>
            <pc:docMk/>
            <pc:sldMk cId="475044268" sldId="260"/>
            <ac:picMk id="12" creationId="{65E94830-3A9C-B862-D554-033E20FC2967}"/>
          </ac:picMkLst>
        </pc:picChg>
      </pc:sldChg>
      <pc:sldChg chg="addSp delSp modSp add mod">
        <pc:chgData name="Tiago Israel Monsanto Ferreira Pereira Lagos" userId="e0e397de-81dd-4d9d-8a82-69078809dae7" providerId="ADAL" clId="{B70D8A23-0998-4051-A36F-BC36A5E8ED92}" dt="2026-01-27T14:52:59.493" v="125" actId="1076"/>
        <pc:sldMkLst>
          <pc:docMk/>
          <pc:sldMk cId="3107554922" sldId="261"/>
        </pc:sldMkLst>
        <pc:spChg chg="mod">
          <ac:chgData name="Tiago Israel Monsanto Ferreira Pereira Lagos" userId="e0e397de-81dd-4d9d-8a82-69078809dae7" providerId="ADAL" clId="{B70D8A23-0998-4051-A36F-BC36A5E8ED92}" dt="2026-01-27T14:51:36.811" v="105" actId="1076"/>
          <ac:spMkLst>
            <pc:docMk/>
            <pc:sldMk cId="3107554922" sldId="261"/>
            <ac:spMk id="2" creationId="{7126F27B-C061-830C-6542-D784334C2B0E}"/>
          </ac:spMkLst>
        </pc:spChg>
        <pc:picChg chg="add mod">
          <ac:chgData name="Tiago Israel Monsanto Ferreira Pereira Lagos" userId="e0e397de-81dd-4d9d-8a82-69078809dae7" providerId="ADAL" clId="{B70D8A23-0998-4051-A36F-BC36A5E8ED92}" dt="2026-01-27T14:52:57.226" v="124" actId="1076"/>
          <ac:picMkLst>
            <pc:docMk/>
            <pc:sldMk cId="3107554922" sldId="261"/>
            <ac:picMk id="4" creationId="{E6F808E1-DA2E-754B-C18B-27BDF7B209F6}"/>
          </ac:picMkLst>
        </pc:picChg>
        <pc:picChg chg="add mod">
          <ac:chgData name="Tiago Israel Monsanto Ferreira Pereira Lagos" userId="e0e397de-81dd-4d9d-8a82-69078809dae7" providerId="ADAL" clId="{B70D8A23-0998-4051-A36F-BC36A5E8ED92}" dt="2026-01-27T14:52:59.493" v="125" actId="1076"/>
          <ac:picMkLst>
            <pc:docMk/>
            <pc:sldMk cId="3107554922" sldId="261"/>
            <ac:picMk id="9" creationId="{F21858FD-A95B-3012-77A7-6AF9F4658A12}"/>
          </ac:picMkLst>
        </pc:picChg>
        <pc:picChg chg="add mod">
          <ac:chgData name="Tiago Israel Monsanto Ferreira Pereira Lagos" userId="e0e397de-81dd-4d9d-8a82-69078809dae7" providerId="ADAL" clId="{B70D8A23-0998-4051-A36F-BC36A5E8ED92}" dt="2026-01-27T14:52:52.843" v="123" actId="1076"/>
          <ac:picMkLst>
            <pc:docMk/>
            <pc:sldMk cId="3107554922" sldId="261"/>
            <ac:picMk id="13" creationId="{EEA2034D-8B38-D913-4C18-C6A3859C39BF}"/>
          </ac:picMkLst>
        </pc:picChg>
      </pc:sldChg>
      <pc:sldChg chg="add del">
        <pc:chgData name="Tiago Israel Monsanto Ferreira Pereira Lagos" userId="e0e397de-81dd-4d9d-8a82-69078809dae7" providerId="ADAL" clId="{B70D8A23-0998-4051-A36F-BC36A5E8ED92}" dt="2026-02-03T18:54:14.385" v="362" actId="2696"/>
        <pc:sldMkLst>
          <pc:docMk/>
          <pc:sldMk cId="2438971934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92C54-57B9-45DB-B429-66F4609B70B2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ECE31-D90E-4BF2-BB33-0852D07284E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6509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ECE31-D90E-4BF2-BB33-0852D07284E3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40762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12823-B090-FB59-873D-BA217DA51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0560FA-DDA7-CC19-2532-A2014FC85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006E7BB-4408-9EDA-1E28-01B1FDAB2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7620A83-DF84-FE2B-8FD9-A6C26BE3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9FA7CDC-585F-21ED-B640-CAB1831C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00761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B9C92-99CA-7A38-A9AB-36BFC7BE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C20B040-9DB3-8647-FCE4-0D50F2BA0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87B05F4-1DA0-C25E-BA99-963EE358D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0B4671A-062D-B22E-5C19-24437762C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6731FB9-6E64-BA43-D17F-A6D74EE8C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043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119751-CAEA-03DB-4A9B-9AE216E5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96F4EFA-7ED7-1241-9323-F2EA4E583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72CD8D1-E23C-3080-E2B1-5A821A7C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FDB918B-8A8E-6C5E-833B-F1EA1ECF5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134112D-BE01-3A48-55F4-E730EDCE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165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CBD9C-3246-27DC-005D-1FD73A49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1D4CD26-05C4-DA4D-1768-50BC67758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DDCFDA3-4C5F-4B90-E6CD-F8E763433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5837C9A-AB97-FCE7-BE0D-8881781C6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D103D49-BD43-D99A-0E66-07BC99747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B4B08A1-0E6D-49C0-6AAD-41490B03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977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A45F6-7E07-CE0C-16A8-F7700F739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CF2CB10-62E3-8161-6F55-0B63F8159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C76D8C0-BE58-8154-AA1C-9180E1AB5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6E707964-853C-1DAE-DC3B-3FDD5FC7E4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99ED41E-4C38-536C-30D6-5527CACB8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955432B7-1017-6782-5CD0-8010B66A2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5754477-6D76-D5FC-63A1-87565C00A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37E4E58A-F9B9-3228-44CD-08B1F8C7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08762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80D6B-68DA-423B-DF65-20968573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5F0A1E5-C4C3-BC9C-044C-F4D7DB645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07277F26-F882-C90D-2CFD-A45DA736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775538A-BB00-0A1E-47ED-3D9BF4B7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69578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E0232AA-1379-6F88-F67C-C8763941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EC1B521A-F65A-391F-188C-39885CAC9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A4592E1-7312-CCC1-0FD0-3864931B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3070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DACDA-8A48-DCDE-A664-12AFD7E0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59E5A37-1C60-F6A3-4A41-46FCAE371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22AB4DF-5142-07C6-95B8-E810059CC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5B16C18-B2FE-51B3-B8AA-F599ED7A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8CD0352-5FEB-E7B7-5A2F-316D2CCC2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8385432-0816-B7A1-5F1E-D45D436E9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2740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E3A20-6B50-333E-A185-729EB8C7A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2B419E47-533A-3DAC-511A-185F3128E5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6C417BC-8030-C9DD-289E-47D56B30E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9EDAD71-C429-F481-8217-F10B22EB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9E6C1CE-D3BD-E9BB-67F6-D3B4E684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070C29F-6BEE-7614-C8FA-C80644195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22480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8DAE1-74B3-23DF-92C6-75C1AAC9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C0DE2A07-085A-6548-1D21-C5D9F5FA0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DDFD06C-A312-B73B-6EC1-85DB53BC2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8FE8AF8-093A-7DC7-E7CA-78A29F536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5667DE5-7914-DA12-B258-16E64EB0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4415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78FBBB-AC9C-FC45-4AC9-3FDC37810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6C65DDC-87D9-66D1-A46A-9C1613060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BD4E18D-0861-DDC9-3A13-7A8DB946A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3A04C7A-DE68-87BD-A3AC-F6DD3D52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252A92C-6AC4-4FF9-EDB5-C0B984F5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0073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4B271EF0-BB92-ECD6-8EB9-3C1122251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9253D75-D038-79C3-A0AE-444870868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3129B12-6DF1-FCE5-B3D3-D6906FEF0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20E86-9C0D-4188-81BD-01A5D2A8E9BA}" type="datetimeFigureOut">
              <a:rPr lang="pt-PT" smtClean="0"/>
              <a:t>04/02/2026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7CAE478-C192-769D-E558-AB92BF88C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EF094D9-B697-203A-A244-FD2D9C7C8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80120-2DA0-4819-B3DF-E764F18CE8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3741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2392D60C-DAF5-BD33-ACF9-6BD5C3B34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61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4D8804D-9AA3-71FE-76F7-F9C57BD5B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80063"/>
          </a:xfrm>
        </p:spPr>
        <p:txBody>
          <a:bodyPr/>
          <a:lstStyle/>
          <a:p>
            <a:r>
              <a:rPr lang="pt-PT" dirty="0">
                <a:solidFill>
                  <a:schemeClr val="bg1"/>
                </a:solidFill>
              </a:rPr>
              <a:t>Email Marketing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073B9F-6509-6B0D-325C-0BC3851EC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4789"/>
            <a:ext cx="9144000" cy="498014"/>
          </a:xfrm>
        </p:spPr>
        <p:txBody>
          <a:bodyPr>
            <a:noAutofit/>
          </a:bodyPr>
          <a:lstStyle/>
          <a:p>
            <a:r>
              <a:rPr lang="pt-PT" sz="3200" dirty="0">
                <a:solidFill>
                  <a:schemeClr val="bg1"/>
                </a:solidFill>
              </a:rPr>
              <a:t>Aplicações de Marketing Digital - Desafio 4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4035627-A52E-FFC8-83A7-8CCF7AC24743}"/>
              </a:ext>
            </a:extLst>
          </p:cNvPr>
          <p:cNvSpPr txBox="1">
            <a:spLocks/>
          </p:cNvSpPr>
          <p:nvPr/>
        </p:nvSpPr>
        <p:spPr>
          <a:xfrm>
            <a:off x="1524000" y="4070556"/>
            <a:ext cx="9144000" cy="498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bg1"/>
                </a:solidFill>
              </a:rPr>
              <a:t>Professora: Iolanda Bernardino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DEE9C606-3FF4-75B8-9F13-AA96E0D2406D}"/>
              </a:ext>
            </a:extLst>
          </p:cNvPr>
          <p:cNvSpPr txBox="1">
            <a:spLocks/>
          </p:cNvSpPr>
          <p:nvPr/>
        </p:nvSpPr>
        <p:spPr>
          <a:xfrm>
            <a:off x="1524000" y="4568570"/>
            <a:ext cx="9144000" cy="498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bg1"/>
                </a:solidFill>
              </a:rPr>
              <a:t>Realizado por: Tiago Lagos</a:t>
            </a:r>
          </a:p>
        </p:txBody>
      </p:sp>
    </p:spTree>
    <p:extLst>
      <p:ext uri="{BB962C8B-B14F-4D97-AF65-F5344CB8AC3E}">
        <p14:creationId xmlns:p14="http://schemas.microsoft.com/office/powerpoint/2010/main" val="275358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14B8E-37A2-8265-44D9-72752EE3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0B6B8106-F0AB-BA1D-B159-5E024CFBF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75C7860-71A4-659E-4473-D5411C604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222" y="2888967"/>
            <a:ext cx="3987919" cy="1080063"/>
          </a:xfrm>
        </p:spPr>
        <p:txBody>
          <a:bodyPr/>
          <a:lstStyle/>
          <a:p>
            <a:r>
              <a:rPr lang="pt-PT" dirty="0">
                <a:solidFill>
                  <a:schemeClr val="bg1"/>
                </a:solidFill>
              </a:rPr>
              <a:t>Newsletter</a:t>
            </a:r>
          </a:p>
        </p:txBody>
      </p:sp>
      <p:pic>
        <p:nvPicPr>
          <p:cNvPr id="6" name="Imagem 5" descr="Uma imagem com texto, roda, bicla, Roda de bicicleta&#10;&#10;Os conteúdos gerados por IA podem estar incorretos.">
            <a:extLst>
              <a:ext uri="{FF2B5EF4-FFF2-40B4-BE49-F238E27FC236}">
                <a16:creationId xmlns:a16="http://schemas.microsoft.com/office/drawing/2014/main" id="{E023AD14-160B-62E6-0DC4-AB15352CB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362" y="156018"/>
            <a:ext cx="5486399" cy="654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81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1FE3E-3B54-1373-0A1C-BA3186A2B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C1A03AFA-D9FA-9F90-EE26-2551AC817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8E3AEBD-16EF-6068-DA95-394F3E6B8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7764" y="168632"/>
            <a:ext cx="8155757" cy="1080063"/>
          </a:xfrm>
        </p:spPr>
        <p:txBody>
          <a:bodyPr>
            <a:normAutofit/>
          </a:bodyPr>
          <a:lstStyle/>
          <a:p>
            <a:r>
              <a:rPr lang="pt-PT" dirty="0" err="1">
                <a:solidFill>
                  <a:schemeClr val="bg1"/>
                </a:solidFill>
              </a:rPr>
              <a:t>Landing</a:t>
            </a:r>
            <a:r>
              <a:rPr lang="pt-PT" dirty="0">
                <a:solidFill>
                  <a:schemeClr val="bg1"/>
                </a:solidFill>
              </a:rPr>
              <a:t> </a:t>
            </a:r>
            <a:r>
              <a:rPr lang="pt-PT" dirty="0" err="1">
                <a:solidFill>
                  <a:schemeClr val="bg1"/>
                </a:solidFill>
              </a:rPr>
              <a:t>Page</a:t>
            </a:r>
            <a:endParaRPr lang="pt-PT" dirty="0">
              <a:solidFill>
                <a:schemeClr val="bg1"/>
              </a:solidFill>
            </a:endParaRPr>
          </a:p>
        </p:txBody>
      </p:sp>
      <p:pic>
        <p:nvPicPr>
          <p:cNvPr id="8" name="Imagem 7" descr="Uma imagem com texto, captura de ecrã, Tipo de letra, design&#10;&#10;Os conteúdos gerados por IA podem estar incorretos.">
            <a:extLst>
              <a:ext uri="{FF2B5EF4-FFF2-40B4-BE49-F238E27FC236}">
                <a16:creationId xmlns:a16="http://schemas.microsoft.com/office/drawing/2014/main" id="{22A59AAE-6BF9-F98F-1124-2DC89867F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14" y="404958"/>
            <a:ext cx="3628850" cy="6048084"/>
          </a:xfrm>
          <a:prstGeom prst="rect">
            <a:avLst/>
          </a:prstGeom>
        </p:spPr>
      </p:pic>
      <p:pic>
        <p:nvPicPr>
          <p:cNvPr id="10" name="Imagem 9" descr="Uma imagem com texto, captura de ecrã&#10;&#10;Os conteúdos gerados por IA podem estar incorretos.">
            <a:extLst>
              <a:ext uri="{FF2B5EF4-FFF2-40B4-BE49-F238E27FC236}">
                <a16:creationId xmlns:a16="http://schemas.microsoft.com/office/drawing/2014/main" id="{7AF3B67B-3907-80F3-097F-AF2F8D8846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576" y="1565665"/>
            <a:ext cx="3628850" cy="2048225"/>
          </a:xfrm>
          <a:prstGeom prst="rect">
            <a:avLst/>
          </a:prstGeom>
        </p:spPr>
      </p:pic>
      <p:pic>
        <p:nvPicPr>
          <p:cNvPr id="12" name="Imagem 11" descr="Uma imagem com captura de ecrã, bicicleta&#10;&#10;Os conteúdos gerados por IA podem estar incorretos.">
            <a:extLst>
              <a:ext uri="{FF2B5EF4-FFF2-40B4-BE49-F238E27FC236}">
                <a16:creationId xmlns:a16="http://schemas.microsoft.com/office/drawing/2014/main" id="{B63180F5-64EF-1A36-7EF6-AABEFEDC21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575" y="4408527"/>
            <a:ext cx="3628850" cy="2044515"/>
          </a:xfrm>
          <a:prstGeom prst="rect">
            <a:avLst/>
          </a:prstGeom>
        </p:spPr>
      </p:pic>
      <p:pic>
        <p:nvPicPr>
          <p:cNvPr id="14" name="Imagem 13" descr="Uma imagem com roda, texto, Roda de bicicleta, Veículo terrestre&#10;&#10;Os conteúdos gerados por IA podem estar incorretos.">
            <a:extLst>
              <a:ext uri="{FF2B5EF4-FFF2-40B4-BE49-F238E27FC236}">
                <a16:creationId xmlns:a16="http://schemas.microsoft.com/office/drawing/2014/main" id="{2CAED27D-3620-00BA-7CDD-EEA9F5F952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610" y="1869138"/>
            <a:ext cx="3923911" cy="34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09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738B7-E0F1-41F1-7619-DD667FBCF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31433250-F81F-9470-B9A6-F351FBDEC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6A11345-F399-FFF4-D295-4098405F3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80063"/>
          </a:xfrm>
        </p:spPr>
        <p:txBody>
          <a:bodyPr>
            <a:normAutofit fontScale="90000"/>
          </a:bodyPr>
          <a:lstStyle/>
          <a:p>
            <a:r>
              <a:rPr lang="pt-PT" dirty="0">
                <a:solidFill>
                  <a:schemeClr val="bg1"/>
                </a:solidFill>
              </a:rPr>
              <a:t>Email Marketing</a:t>
            </a:r>
            <a:br>
              <a:rPr lang="pt-PT" dirty="0">
                <a:solidFill>
                  <a:schemeClr val="bg1"/>
                </a:solidFill>
              </a:rPr>
            </a:br>
            <a:r>
              <a:rPr lang="pt-PT" sz="3100" dirty="0">
                <a:solidFill>
                  <a:schemeClr val="bg1"/>
                </a:solidFill>
              </a:rPr>
              <a:t>(No Telemóvel)</a:t>
            </a:r>
          </a:p>
        </p:txBody>
      </p:sp>
      <p:pic>
        <p:nvPicPr>
          <p:cNvPr id="6" name="Imagem 5" descr="Uma imagem com texto, captura de ecrã, multimédia, eletrónica&#10;&#10;Os conteúdos gerados por IA podem estar incorretos.">
            <a:extLst>
              <a:ext uri="{FF2B5EF4-FFF2-40B4-BE49-F238E27FC236}">
                <a16:creationId xmlns:a16="http://schemas.microsoft.com/office/drawing/2014/main" id="{BDDF57F4-B460-8CA2-0021-AE3B3ED70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00" y="2556611"/>
            <a:ext cx="1805478" cy="3911869"/>
          </a:xfrm>
          <a:prstGeom prst="rect">
            <a:avLst/>
          </a:prstGeom>
        </p:spPr>
      </p:pic>
      <p:pic>
        <p:nvPicPr>
          <p:cNvPr id="8" name="Imagem 7" descr="Uma imagem com texto, captura de ecrã, multimédia, eletrónica&#10;&#10;Os conteúdos gerados por IA podem estar incorretos.">
            <a:extLst>
              <a:ext uri="{FF2B5EF4-FFF2-40B4-BE49-F238E27FC236}">
                <a16:creationId xmlns:a16="http://schemas.microsoft.com/office/drawing/2014/main" id="{D3886C1D-0978-9127-5191-3E823E1FA8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479" y="2574278"/>
            <a:ext cx="1805478" cy="3911869"/>
          </a:xfrm>
          <a:prstGeom prst="rect">
            <a:avLst/>
          </a:prstGeom>
        </p:spPr>
      </p:pic>
      <p:pic>
        <p:nvPicPr>
          <p:cNvPr id="10" name="Imagem 9" descr="Uma imagem com texto, eletrónica, captura de ecrã, multimédia&#10;&#10;Os conteúdos gerados por IA podem estar incorretos.">
            <a:extLst>
              <a:ext uri="{FF2B5EF4-FFF2-40B4-BE49-F238E27FC236}">
                <a16:creationId xmlns:a16="http://schemas.microsoft.com/office/drawing/2014/main" id="{32BCE7DB-B2AC-A241-7099-32A9F0A988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044" y="2556613"/>
            <a:ext cx="1805478" cy="3911868"/>
          </a:xfrm>
          <a:prstGeom prst="rect">
            <a:avLst/>
          </a:prstGeom>
        </p:spPr>
      </p:pic>
      <p:pic>
        <p:nvPicPr>
          <p:cNvPr id="12" name="Imagem 11" descr="Uma imagem com texto, captura de ecrã, multimédia, Telemóvel&#10;&#10;Os conteúdos gerados por IA podem estar incorretos.">
            <a:extLst>
              <a:ext uri="{FF2B5EF4-FFF2-40B4-BE49-F238E27FC236}">
                <a16:creationId xmlns:a16="http://schemas.microsoft.com/office/drawing/2014/main" id="{65E94830-3A9C-B862-D554-033E20FC29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022" y="2556612"/>
            <a:ext cx="1805478" cy="391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044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1F76-BE34-1111-3F47-8E177B16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captura de ecrã, escuridão, preto, Gráficos&#10;&#10;Os conteúdos gerados por IA podem estar incorretos.">
            <a:extLst>
              <a:ext uri="{FF2B5EF4-FFF2-40B4-BE49-F238E27FC236}">
                <a16:creationId xmlns:a16="http://schemas.microsoft.com/office/drawing/2014/main" id="{1F78B1AD-2FC6-6323-7FB2-0FC9EEC92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126F27B-C061-830C-6542-D784334C2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8349"/>
            <a:ext cx="9144000" cy="1080063"/>
          </a:xfrm>
        </p:spPr>
        <p:txBody>
          <a:bodyPr>
            <a:normAutofit fontScale="90000"/>
          </a:bodyPr>
          <a:lstStyle/>
          <a:p>
            <a:r>
              <a:rPr lang="pt-PT" dirty="0">
                <a:solidFill>
                  <a:schemeClr val="bg1"/>
                </a:solidFill>
              </a:rPr>
              <a:t>Email Marketing</a:t>
            </a:r>
            <a:br>
              <a:rPr lang="pt-PT" dirty="0">
                <a:solidFill>
                  <a:schemeClr val="bg1"/>
                </a:solidFill>
              </a:rPr>
            </a:br>
            <a:r>
              <a:rPr lang="pt-PT" sz="3100" dirty="0">
                <a:solidFill>
                  <a:schemeClr val="bg1"/>
                </a:solidFill>
              </a:rPr>
              <a:t>(No Computador)</a:t>
            </a:r>
          </a:p>
        </p:txBody>
      </p:sp>
      <p:pic>
        <p:nvPicPr>
          <p:cNvPr id="4" name="Imagem 3" descr="Uma imagem com texto, captura de ecrã, software, Software de multimédia&#10;&#10;Os conteúdos gerados por IA podem estar incorretos.">
            <a:extLst>
              <a:ext uri="{FF2B5EF4-FFF2-40B4-BE49-F238E27FC236}">
                <a16:creationId xmlns:a16="http://schemas.microsoft.com/office/drawing/2014/main" id="{E6F808E1-DA2E-754B-C18B-27BDF7B20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64" y="1656761"/>
            <a:ext cx="4747980" cy="2150075"/>
          </a:xfrm>
          <a:prstGeom prst="rect">
            <a:avLst/>
          </a:prstGeom>
        </p:spPr>
      </p:pic>
      <p:pic>
        <p:nvPicPr>
          <p:cNvPr id="9" name="Imagem 8" descr="Uma imagem com texto, software, Software de multimédia, Página web&#10;&#10;Os conteúdos gerados por IA podem estar incorretos.">
            <a:extLst>
              <a:ext uri="{FF2B5EF4-FFF2-40B4-BE49-F238E27FC236}">
                <a16:creationId xmlns:a16="http://schemas.microsoft.com/office/drawing/2014/main" id="{F21858FD-A95B-3012-77A7-6AF9F4658A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740" y="1656760"/>
            <a:ext cx="4754496" cy="2150075"/>
          </a:xfrm>
          <a:prstGeom prst="rect">
            <a:avLst/>
          </a:prstGeom>
        </p:spPr>
      </p:pic>
      <p:pic>
        <p:nvPicPr>
          <p:cNvPr id="13" name="Imagem 12" descr="Uma imagem com texto, software, Ícone de computador, Software de multimédia&#10;&#10;Os conteúdos gerados por IA podem estar incorretos.">
            <a:extLst>
              <a:ext uri="{FF2B5EF4-FFF2-40B4-BE49-F238E27FC236}">
                <a16:creationId xmlns:a16="http://schemas.microsoft.com/office/drawing/2014/main" id="{EEA2034D-8B38-D913-4C18-C6A3859C3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032" y="4113206"/>
            <a:ext cx="4769936" cy="215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549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36</Words>
  <Application>Microsoft Office PowerPoint</Application>
  <PresentationFormat>Ecrã Panorâmico</PresentationFormat>
  <Paragraphs>9</Paragraphs>
  <Slides>5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Email Marketing</vt:lpstr>
      <vt:lpstr>Newsletter</vt:lpstr>
      <vt:lpstr>Landing Page</vt:lpstr>
      <vt:lpstr>Email Marketing (No Telemóvel)</vt:lpstr>
      <vt:lpstr>Email Marketing (No Computador)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Tiago Israel Monsanto Ferreira Pereira Lagos</dc:creator>
  <cp:lastModifiedBy>Tiago Israel Monsanto Ferreira Pereira Lagos</cp:lastModifiedBy>
  <cp:revision>1</cp:revision>
  <dcterms:created xsi:type="dcterms:W3CDTF">2026-01-21T12:01:49Z</dcterms:created>
  <dcterms:modified xsi:type="dcterms:W3CDTF">2026-02-04T19:07:41Z</dcterms:modified>
</cp:coreProperties>
</file>