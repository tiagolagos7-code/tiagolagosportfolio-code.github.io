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6" r:id="rId8"/>
    <p:sldId id="267" r:id="rId9"/>
    <p:sldId id="265" r:id="rId10"/>
    <p:sldId id="264" r:id="rId11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F22A67-9845-43FC-9128-77CA1BA40B80}" v="26" dt="2026-01-05T21:45:52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go Israel Monsanto Ferreira Pereira Lagos" userId="e0e397de-81dd-4d9d-8a82-69078809dae7" providerId="ADAL" clId="{B70D8A23-0998-4051-A36F-BC36A5E8ED92}"/>
    <pc:docChg chg="undo custSel addSld delSld modSld">
      <pc:chgData name="Tiago Israel Monsanto Ferreira Pereira Lagos" userId="e0e397de-81dd-4d9d-8a82-69078809dae7" providerId="ADAL" clId="{B70D8A23-0998-4051-A36F-BC36A5E8ED92}" dt="2026-01-05T21:46:19.911" v="358" actId="1076"/>
      <pc:docMkLst>
        <pc:docMk/>
      </pc:docMkLst>
      <pc:sldChg chg="addSp delSp modSp mod setBg">
        <pc:chgData name="Tiago Israel Monsanto Ferreira Pereira Lagos" userId="e0e397de-81dd-4d9d-8a82-69078809dae7" providerId="ADAL" clId="{B70D8A23-0998-4051-A36F-BC36A5E8ED92}" dt="2026-01-03T20:28:58.068" v="170" actId="1076"/>
        <pc:sldMkLst>
          <pc:docMk/>
          <pc:sldMk cId="3004794921" sldId="256"/>
        </pc:sldMkLst>
        <pc:spChg chg="mod ord">
          <ac:chgData name="Tiago Israel Monsanto Ferreira Pereira Lagos" userId="e0e397de-81dd-4d9d-8a82-69078809dae7" providerId="ADAL" clId="{B70D8A23-0998-4051-A36F-BC36A5E8ED92}" dt="2026-01-03T20:28:58.068" v="170" actId="1076"/>
          <ac:spMkLst>
            <pc:docMk/>
            <pc:sldMk cId="3004794921" sldId="256"/>
            <ac:spMk id="2" creationId="{124C21A1-6DDF-8DFA-9C86-BC4F34357F31}"/>
          </ac:spMkLst>
        </pc:spChg>
        <pc:spChg chg="mod ord">
          <ac:chgData name="Tiago Israel Monsanto Ferreira Pereira Lagos" userId="e0e397de-81dd-4d9d-8a82-69078809dae7" providerId="ADAL" clId="{B70D8A23-0998-4051-A36F-BC36A5E8ED92}" dt="2026-01-03T19:52:35.205" v="4" actId="26606"/>
          <ac:spMkLst>
            <pc:docMk/>
            <pc:sldMk cId="3004794921" sldId="256"/>
            <ac:spMk id="3" creationId="{9769BB13-1A4E-F110-A83A-6178A5C64064}"/>
          </ac:spMkLst>
        </pc:spChg>
        <pc:picChg chg="mod">
          <ac:chgData name="Tiago Israel Monsanto Ferreira Pereira Lagos" userId="e0e397de-81dd-4d9d-8a82-69078809dae7" providerId="ADAL" clId="{B70D8A23-0998-4051-A36F-BC36A5E8ED92}" dt="2026-01-03T20:28:26.876" v="167" actId="1076"/>
          <ac:picMkLst>
            <pc:docMk/>
            <pc:sldMk cId="3004794921" sldId="256"/>
            <ac:picMk id="5" creationId="{C300E907-2AB2-C6C6-EA0A-721724A79541}"/>
          </ac:picMkLst>
        </pc:picChg>
        <pc:picChg chg="add mod ord">
          <ac:chgData name="Tiago Israel Monsanto Ferreira Pereira Lagos" userId="e0e397de-81dd-4d9d-8a82-69078809dae7" providerId="ADAL" clId="{B70D8A23-0998-4051-A36F-BC36A5E8ED92}" dt="2026-01-03T19:52:55.848" v="7" actId="167"/>
          <ac:picMkLst>
            <pc:docMk/>
            <pc:sldMk cId="3004794921" sldId="256"/>
            <ac:picMk id="6" creationId="{C7D73B2F-FA87-8A1D-EC05-6DC458FFA3B0}"/>
          </ac:picMkLst>
        </pc:picChg>
      </pc:sldChg>
      <pc:sldChg chg="addSp modSp mod">
        <pc:chgData name="Tiago Israel Monsanto Ferreira Pereira Lagos" userId="e0e397de-81dd-4d9d-8a82-69078809dae7" providerId="ADAL" clId="{B70D8A23-0998-4051-A36F-BC36A5E8ED92}" dt="2026-01-03T20:27:05.330" v="142" actId="1076"/>
        <pc:sldMkLst>
          <pc:docMk/>
          <pc:sldMk cId="3640740149" sldId="257"/>
        </pc:sldMkLst>
        <pc:spChg chg="mod">
          <ac:chgData name="Tiago Israel Monsanto Ferreira Pereira Lagos" userId="e0e397de-81dd-4d9d-8a82-69078809dae7" providerId="ADAL" clId="{B70D8A23-0998-4051-A36F-BC36A5E8ED92}" dt="2026-01-03T20:27:05.330" v="142" actId="1076"/>
          <ac:spMkLst>
            <pc:docMk/>
            <pc:sldMk cId="3640740149" sldId="257"/>
            <ac:spMk id="2" creationId="{A2A7FD84-14C1-DEDF-663F-5907027FB055}"/>
          </ac:spMkLst>
        </pc:spChg>
        <pc:picChg chg="add mod ord">
          <ac:chgData name="Tiago Israel Monsanto Ferreira Pereira Lagos" userId="e0e397de-81dd-4d9d-8a82-69078809dae7" providerId="ADAL" clId="{B70D8A23-0998-4051-A36F-BC36A5E8ED92}" dt="2026-01-03T19:53:21.788" v="13" actId="167"/>
          <ac:picMkLst>
            <pc:docMk/>
            <pc:sldMk cId="3640740149" sldId="257"/>
            <ac:picMk id="4" creationId="{0FA1A26B-916F-E75D-5A26-66E46EF719C3}"/>
          </ac:picMkLst>
        </pc:picChg>
      </pc:sldChg>
      <pc:sldChg chg="addSp modSp mod">
        <pc:chgData name="Tiago Israel Monsanto Ferreira Pereira Lagos" userId="e0e397de-81dd-4d9d-8a82-69078809dae7" providerId="ADAL" clId="{B70D8A23-0998-4051-A36F-BC36A5E8ED92}" dt="2026-01-03T20:27:33.716" v="154" actId="1076"/>
        <pc:sldMkLst>
          <pc:docMk/>
          <pc:sldMk cId="2201130231" sldId="258"/>
        </pc:sldMkLst>
        <pc:spChg chg="mod">
          <ac:chgData name="Tiago Israel Monsanto Ferreira Pereira Lagos" userId="e0e397de-81dd-4d9d-8a82-69078809dae7" providerId="ADAL" clId="{B70D8A23-0998-4051-A36F-BC36A5E8ED92}" dt="2026-01-03T20:27:33.716" v="154" actId="1076"/>
          <ac:spMkLst>
            <pc:docMk/>
            <pc:sldMk cId="2201130231" sldId="258"/>
            <ac:spMk id="2" creationId="{BFF355BE-D25C-DF8B-C801-5CD7B7D71E9F}"/>
          </ac:spMkLst>
        </pc:spChg>
        <pc:picChg chg="add mod ord">
          <ac:chgData name="Tiago Israel Monsanto Ferreira Pereira Lagos" userId="e0e397de-81dd-4d9d-8a82-69078809dae7" providerId="ADAL" clId="{B70D8A23-0998-4051-A36F-BC36A5E8ED92}" dt="2026-01-03T19:53:47.729" v="19" actId="167"/>
          <ac:picMkLst>
            <pc:docMk/>
            <pc:sldMk cId="2201130231" sldId="258"/>
            <ac:picMk id="4" creationId="{8E56C619-7B3C-DA15-0048-9F3313186504}"/>
          </ac:picMkLst>
        </pc:picChg>
      </pc:sldChg>
      <pc:sldChg chg="addSp modSp mod">
        <pc:chgData name="Tiago Israel Monsanto Ferreira Pereira Lagos" userId="e0e397de-81dd-4d9d-8a82-69078809dae7" providerId="ADAL" clId="{B70D8A23-0998-4051-A36F-BC36A5E8ED92}" dt="2026-01-03T20:30:24.040" v="201" actId="1076"/>
        <pc:sldMkLst>
          <pc:docMk/>
          <pc:sldMk cId="2335609582" sldId="259"/>
        </pc:sldMkLst>
        <pc:spChg chg="add mod">
          <ac:chgData name="Tiago Israel Monsanto Ferreira Pereira Lagos" userId="e0e397de-81dd-4d9d-8a82-69078809dae7" providerId="ADAL" clId="{B70D8A23-0998-4051-A36F-BC36A5E8ED92}" dt="2026-01-03T20:30:24.040" v="201" actId="1076"/>
          <ac:spMkLst>
            <pc:docMk/>
            <pc:sldMk cId="2335609582" sldId="259"/>
            <ac:spMk id="7" creationId="{03516145-1DC0-61D9-2F39-5C6B77693064}"/>
          </ac:spMkLst>
        </pc:spChg>
        <pc:picChg chg="add mod ord">
          <ac:chgData name="Tiago Israel Monsanto Ferreira Pereira Lagos" userId="e0e397de-81dd-4d9d-8a82-69078809dae7" providerId="ADAL" clId="{B70D8A23-0998-4051-A36F-BC36A5E8ED92}" dt="2026-01-03T19:54:26.537" v="25" actId="171"/>
          <ac:picMkLst>
            <pc:docMk/>
            <pc:sldMk cId="2335609582" sldId="259"/>
            <ac:picMk id="4" creationId="{88D8A03D-6DC1-65E1-6CB0-E85271042557}"/>
          </ac:picMkLst>
        </pc:picChg>
        <pc:picChg chg="mod">
          <ac:chgData name="Tiago Israel Monsanto Ferreira Pereira Lagos" userId="e0e397de-81dd-4d9d-8a82-69078809dae7" providerId="ADAL" clId="{B70D8A23-0998-4051-A36F-BC36A5E8ED92}" dt="2026-01-03T20:26:00.374" v="129" actId="1076"/>
          <ac:picMkLst>
            <pc:docMk/>
            <pc:sldMk cId="2335609582" sldId="259"/>
            <ac:picMk id="5" creationId="{2816A7AF-478B-7D3F-DB4A-4B59FC42F955}"/>
          </ac:picMkLst>
        </pc:picChg>
        <pc:picChg chg="add mod">
          <ac:chgData name="Tiago Israel Monsanto Ferreira Pereira Lagos" userId="e0e397de-81dd-4d9d-8a82-69078809dae7" providerId="ADAL" clId="{B70D8A23-0998-4051-A36F-BC36A5E8ED92}" dt="2026-01-03T20:26:03.446" v="130" actId="1076"/>
          <ac:picMkLst>
            <pc:docMk/>
            <pc:sldMk cId="2335609582" sldId="259"/>
            <ac:picMk id="6" creationId="{CF90FA51-C6CB-223F-AB5C-B7972349E5A7}"/>
          </ac:picMkLst>
        </pc:picChg>
      </pc:sldChg>
      <pc:sldChg chg="addSp delSp modSp mod">
        <pc:chgData name="Tiago Israel Monsanto Ferreira Pereira Lagos" userId="e0e397de-81dd-4d9d-8a82-69078809dae7" providerId="ADAL" clId="{B70D8A23-0998-4051-A36F-BC36A5E8ED92}" dt="2026-01-03T20:30:50.498" v="204" actId="1076"/>
        <pc:sldMkLst>
          <pc:docMk/>
          <pc:sldMk cId="1932745282" sldId="261"/>
        </pc:sldMkLst>
        <pc:spChg chg="add mod">
          <ac:chgData name="Tiago Israel Monsanto Ferreira Pereira Lagos" userId="e0e397de-81dd-4d9d-8a82-69078809dae7" providerId="ADAL" clId="{B70D8A23-0998-4051-A36F-BC36A5E8ED92}" dt="2026-01-03T20:30:50.498" v="204" actId="1076"/>
          <ac:spMkLst>
            <pc:docMk/>
            <pc:sldMk cId="1932745282" sldId="261"/>
            <ac:spMk id="7" creationId="{9D530688-B70F-C871-842D-066D17B70436}"/>
          </ac:spMkLst>
        </pc:spChg>
        <pc:picChg chg="add mod ord">
          <ac:chgData name="Tiago Israel Monsanto Ferreira Pereira Lagos" userId="e0e397de-81dd-4d9d-8a82-69078809dae7" providerId="ADAL" clId="{B70D8A23-0998-4051-A36F-BC36A5E8ED92}" dt="2026-01-03T19:55:24.624" v="37" actId="167"/>
          <ac:picMkLst>
            <pc:docMk/>
            <pc:sldMk cId="1932745282" sldId="261"/>
            <ac:picMk id="4" creationId="{445E9A89-16F8-2EDD-49AB-47447B9B5983}"/>
          </ac:picMkLst>
        </pc:picChg>
        <pc:picChg chg="mod">
          <ac:chgData name="Tiago Israel Monsanto Ferreira Pereira Lagos" userId="e0e397de-81dd-4d9d-8a82-69078809dae7" providerId="ADAL" clId="{B70D8A23-0998-4051-A36F-BC36A5E8ED92}" dt="2026-01-03T20:25:33.448" v="125" actId="1076"/>
          <ac:picMkLst>
            <pc:docMk/>
            <pc:sldMk cId="1932745282" sldId="261"/>
            <ac:picMk id="5" creationId="{638F6610-03CF-876F-D495-13A9B9BE5C76}"/>
          </ac:picMkLst>
        </pc:picChg>
        <pc:picChg chg="add mod">
          <ac:chgData name="Tiago Israel Monsanto Ferreira Pereira Lagos" userId="e0e397de-81dd-4d9d-8a82-69078809dae7" providerId="ADAL" clId="{B70D8A23-0998-4051-A36F-BC36A5E8ED92}" dt="2026-01-03T20:25:34.878" v="126" actId="1076"/>
          <ac:picMkLst>
            <pc:docMk/>
            <pc:sldMk cId="1932745282" sldId="261"/>
            <ac:picMk id="6" creationId="{1B8E1933-151D-F96A-8232-BB6AD6C67F81}"/>
          </ac:picMkLst>
        </pc:picChg>
      </pc:sldChg>
      <pc:sldChg chg="addSp delSp modSp mod">
        <pc:chgData name="Tiago Israel Monsanto Ferreira Pereira Lagos" userId="e0e397de-81dd-4d9d-8a82-69078809dae7" providerId="ADAL" clId="{B70D8A23-0998-4051-A36F-BC36A5E8ED92}" dt="2026-01-03T20:31:06.700" v="207" actId="1076"/>
        <pc:sldMkLst>
          <pc:docMk/>
          <pc:sldMk cId="2025474294" sldId="263"/>
        </pc:sldMkLst>
        <pc:spChg chg="add mod">
          <ac:chgData name="Tiago Israel Monsanto Ferreira Pereira Lagos" userId="e0e397de-81dd-4d9d-8a82-69078809dae7" providerId="ADAL" clId="{B70D8A23-0998-4051-A36F-BC36A5E8ED92}" dt="2026-01-03T20:31:06.700" v="207" actId="1076"/>
          <ac:spMkLst>
            <pc:docMk/>
            <pc:sldMk cId="2025474294" sldId="263"/>
            <ac:spMk id="7" creationId="{4C3BB8ED-3EE2-8A16-6C9E-23FD311043C3}"/>
          </ac:spMkLst>
        </pc:spChg>
        <pc:picChg chg="add mod ord">
          <ac:chgData name="Tiago Israel Monsanto Ferreira Pereira Lagos" userId="e0e397de-81dd-4d9d-8a82-69078809dae7" providerId="ADAL" clId="{B70D8A23-0998-4051-A36F-BC36A5E8ED92}" dt="2026-01-03T19:56:16.663" v="50" actId="167"/>
          <ac:picMkLst>
            <pc:docMk/>
            <pc:sldMk cId="2025474294" sldId="263"/>
            <ac:picMk id="4" creationId="{C534927C-BFB6-FD92-2F0B-EEAD8D254144}"/>
          </ac:picMkLst>
        </pc:picChg>
        <pc:picChg chg="mod">
          <ac:chgData name="Tiago Israel Monsanto Ferreira Pereira Lagos" userId="e0e397de-81dd-4d9d-8a82-69078809dae7" providerId="ADAL" clId="{B70D8A23-0998-4051-A36F-BC36A5E8ED92}" dt="2026-01-03T20:25:26.900" v="124" actId="1076"/>
          <ac:picMkLst>
            <pc:docMk/>
            <pc:sldMk cId="2025474294" sldId="263"/>
            <ac:picMk id="5" creationId="{84B8C621-E290-9292-9B3F-D98096314CE0}"/>
          </ac:picMkLst>
        </pc:picChg>
        <pc:picChg chg="add mod">
          <ac:chgData name="Tiago Israel Monsanto Ferreira Pereira Lagos" userId="e0e397de-81dd-4d9d-8a82-69078809dae7" providerId="ADAL" clId="{B70D8A23-0998-4051-A36F-BC36A5E8ED92}" dt="2026-01-03T20:25:24.928" v="123" actId="1076"/>
          <ac:picMkLst>
            <pc:docMk/>
            <pc:sldMk cId="2025474294" sldId="263"/>
            <ac:picMk id="6" creationId="{35FDBDD4-8CBA-2179-C0CA-E699E22CEEE0}"/>
          </ac:picMkLst>
        </pc:picChg>
      </pc:sldChg>
      <pc:sldChg chg="addSp modSp new modAnim">
        <pc:chgData name="Tiago Israel Monsanto Ferreira Pereira Lagos" userId="e0e397de-81dd-4d9d-8a82-69078809dae7" providerId="ADAL" clId="{B70D8A23-0998-4051-A36F-BC36A5E8ED92}" dt="2026-01-03T20:23:30.785" v="116" actId="931"/>
        <pc:sldMkLst>
          <pc:docMk/>
          <pc:sldMk cId="356084513" sldId="264"/>
        </pc:sldMkLst>
        <pc:picChg chg="add mod">
          <ac:chgData name="Tiago Israel Monsanto Ferreira Pereira Lagos" userId="e0e397de-81dd-4d9d-8a82-69078809dae7" providerId="ADAL" clId="{B70D8A23-0998-4051-A36F-BC36A5E8ED92}" dt="2026-01-03T20:23:30.785" v="116" actId="931"/>
          <ac:picMkLst>
            <pc:docMk/>
            <pc:sldMk cId="356084513" sldId="264"/>
            <ac:picMk id="5" creationId="{D4F73C63-982B-F125-22DA-A8D2223A8CFF}"/>
          </ac:picMkLst>
        </pc:picChg>
      </pc:sldChg>
      <pc:sldChg chg="addSp delSp modSp new mod">
        <pc:chgData name="Tiago Israel Monsanto Ferreira Pereira Lagos" userId="e0e397de-81dd-4d9d-8a82-69078809dae7" providerId="ADAL" clId="{B70D8A23-0998-4051-A36F-BC36A5E8ED92}" dt="2026-01-05T21:42:12.556" v="277" actId="1076"/>
        <pc:sldMkLst>
          <pc:docMk/>
          <pc:sldMk cId="3417828287" sldId="265"/>
        </pc:sldMkLst>
        <pc:spChg chg="add mod">
          <ac:chgData name="Tiago Israel Monsanto Ferreira Pereira Lagos" userId="e0e397de-81dd-4d9d-8a82-69078809dae7" providerId="ADAL" clId="{B70D8A23-0998-4051-A36F-BC36A5E8ED92}" dt="2026-01-03T20:32:06.380" v="235" actId="1076"/>
          <ac:spMkLst>
            <pc:docMk/>
            <pc:sldMk cId="3417828287" sldId="265"/>
            <ac:spMk id="6" creationId="{07A35FAE-91C7-AA3D-7352-67FC2C39D10B}"/>
          </ac:spMkLst>
        </pc:spChg>
        <pc:spChg chg="add mod">
          <ac:chgData name="Tiago Israel Monsanto Ferreira Pereira Lagos" userId="e0e397de-81dd-4d9d-8a82-69078809dae7" providerId="ADAL" clId="{B70D8A23-0998-4051-A36F-BC36A5E8ED92}" dt="2026-01-05T21:42:12.556" v="277" actId="1076"/>
          <ac:spMkLst>
            <pc:docMk/>
            <pc:sldMk cId="3417828287" sldId="265"/>
            <ac:spMk id="7" creationId="{FFF208D4-340E-84D5-09D3-2FC7458568E7}"/>
          </ac:spMkLst>
        </pc:spChg>
        <pc:picChg chg="add mod">
          <ac:chgData name="Tiago Israel Monsanto Ferreira Pereira Lagos" userId="e0e397de-81dd-4d9d-8a82-69078809dae7" providerId="ADAL" clId="{B70D8A23-0998-4051-A36F-BC36A5E8ED92}" dt="2026-01-05T21:42:00.978" v="275" actId="1076"/>
          <ac:picMkLst>
            <pc:docMk/>
            <pc:sldMk cId="3417828287" sldId="265"/>
            <ac:picMk id="5" creationId="{7A329A8C-CA73-669F-D086-B5B2A8F4BE56}"/>
          </ac:picMkLst>
        </pc:picChg>
      </pc:sldChg>
      <pc:sldChg chg="addSp delSp modSp new mod setBg">
        <pc:chgData name="Tiago Israel Monsanto Ferreira Pereira Lagos" userId="e0e397de-81dd-4d9d-8a82-69078809dae7" providerId="ADAL" clId="{B70D8A23-0998-4051-A36F-BC36A5E8ED92}" dt="2026-01-05T21:45:43.396" v="336" actId="1076"/>
        <pc:sldMkLst>
          <pc:docMk/>
          <pc:sldMk cId="648581676" sldId="266"/>
        </pc:sldMkLst>
        <pc:spChg chg="del">
          <ac:chgData name="Tiago Israel Monsanto Ferreira Pereira Lagos" userId="e0e397de-81dd-4d9d-8a82-69078809dae7" providerId="ADAL" clId="{B70D8A23-0998-4051-A36F-BC36A5E8ED92}" dt="2026-01-05T21:42:37.574" v="284" actId="26606"/>
          <ac:spMkLst>
            <pc:docMk/>
            <pc:sldMk cId="648581676" sldId="266"/>
            <ac:spMk id="2" creationId="{E0FF542F-A7DB-9FCD-FED6-C2450E7884A6}"/>
          </ac:spMkLst>
        </pc:spChg>
        <pc:spChg chg="del">
          <ac:chgData name="Tiago Israel Monsanto Ferreira Pereira Lagos" userId="e0e397de-81dd-4d9d-8a82-69078809dae7" providerId="ADAL" clId="{B70D8A23-0998-4051-A36F-BC36A5E8ED92}" dt="2026-01-05T21:42:31.962" v="279" actId="931"/>
          <ac:spMkLst>
            <pc:docMk/>
            <pc:sldMk cId="648581676" sldId="266"/>
            <ac:spMk id="3" creationId="{FFFB4A2D-9F97-81DA-367C-F3CF03615EC9}"/>
          </ac:spMkLst>
        </pc:spChg>
        <pc:spChg chg="add mod">
          <ac:chgData name="Tiago Israel Monsanto Ferreira Pereira Lagos" userId="e0e397de-81dd-4d9d-8a82-69078809dae7" providerId="ADAL" clId="{B70D8A23-0998-4051-A36F-BC36A5E8ED92}" dt="2026-01-05T21:45:43.396" v="336" actId="1076"/>
          <ac:spMkLst>
            <pc:docMk/>
            <pc:sldMk cId="648581676" sldId="266"/>
            <ac:spMk id="8" creationId="{196CC67C-681D-3FBB-612A-1ED442104CF2}"/>
          </ac:spMkLst>
        </pc:spChg>
        <pc:spChg chg="add">
          <ac:chgData name="Tiago Israel Monsanto Ferreira Pereira Lagos" userId="e0e397de-81dd-4d9d-8a82-69078809dae7" providerId="ADAL" clId="{B70D8A23-0998-4051-A36F-BC36A5E8ED92}" dt="2026-01-05T21:42:37.574" v="284" actId="26606"/>
          <ac:spMkLst>
            <pc:docMk/>
            <pc:sldMk cId="648581676" sldId="266"/>
            <ac:spMk id="10" creationId="{42A4FC2C-047E-45A5-965D-8E1E3BF09BC6}"/>
          </ac:spMkLst>
        </pc:spChg>
        <pc:picChg chg="add mod">
          <ac:chgData name="Tiago Israel Monsanto Ferreira Pereira Lagos" userId="e0e397de-81dd-4d9d-8a82-69078809dae7" providerId="ADAL" clId="{B70D8A23-0998-4051-A36F-BC36A5E8ED92}" dt="2026-01-05T21:42:37.574" v="284" actId="26606"/>
          <ac:picMkLst>
            <pc:docMk/>
            <pc:sldMk cId="648581676" sldId="266"/>
            <ac:picMk id="5" creationId="{BDF480A0-E5AC-E78F-3B4D-A7AF1D67CA3B}"/>
          </ac:picMkLst>
        </pc:picChg>
        <pc:picChg chg="add mod">
          <ac:chgData name="Tiago Israel Monsanto Ferreira Pereira Lagos" userId="e0e397de-81dd-4d9d-8a82-69078809dae7" providerId="ADAL" clId="{B70D8A23-0998-4051-A36F-BC36A5E8ED92}" dt="2026-01-05T21:43:09.450" v="289" actId="1076"/>
          <ac:picMkLst>
            <pc:docMk/>
            <pc:sldMk cId="648581676" sldId="266"/>
            <ac:picMk id="7" creationId="{B4D86EA7-998A-CC3F-8BA5-10C1DE082A44}"/>
          </ac:picMkLst>
        </pc:picChg>
      </pc:sldChg>
      <pc:sldChg chg="addSp delSp modSp new mod setBg">
        <pc:chgData name="Tiago Israel Monsanto Ferreira Pereira Lagos" userId="e0e397de-81dd-4d9d-8a82-69078809dae7" providerId="ADAL" clId="{B70D8A23-0998-4051-A36F-BC36A5E8ED92}" dt="2026-01-05T21:46:19.911" v="358" actId="1076"/>
        <pc:sldMkLst>
          <pc:docMk/>
          <pc:sldMk cId="950495976" sldId="267"/>
        </pc:sldMkLst>
        <pc:spChg chg="del">
          <ac:chgData name="Tiago Israel Monsanto Ferreira Pereira Lagos" userId="e0e397de-81dd-4d9d-8a82-69078809dae7" providerId="ADAL" clId="{B70D8A23-0998-4051-A36F-BC36A5E8ED92}" dt="2026-01-05T21:43:43.116" v="294" actId="26606"/>
          <ac:spMkLst>
            <pc:docMk/>
            <pc:sldMk cId="950495976" sldId="267"/>
            <ac:spMk id="2" creationId="{9EFEB497-B205-69FC-843F-8B96391C35C9}"/>
          </ac:spMkLst>
        </pc:spChg>
        <pc:spChg chg="del">
          <ac:chgData name="Tiago Israel Monsanto Ferreira Pereira Lagos" userId="e0e397de-81dd-4d9d-8a82-69078809dae7" providerId="ADAL" clId="{B70D8A23-0998-4051-A36F-BC36A5E8ED92}" dt="2026-01-05T21:43:41.319" v="291" actId="931"/>
          <ac:spMkLst>
            <pc:docMk/>
            <pc:sldMk cId="950495976" sldId="267"/>
            <ac:spMk id="3" creationId="{4CC5DA88-2BA7-A7A6-85A8-5CF545CEB981}"/>
          </ac:spMkLst>
        </pc:spChg>
        <pc:spChg chg="add mod">
          <ac:chgData name="Tiago Israel Monsanto Ferreira Pereira Lagos" userId="e0e397de-81dd-4d9d-8a82-69078809dae7" providerId="ADAL" clId="{B70D8A23-0998-4051-A36F-BC36A5E8ED92}" dt="2026-01-05T21:46:19.911" v="358" actId="1076"/>
          <ac:spMkLst>
            <pc:docMk/>
            <pc:sldMk cId="950495976" sldId="267"/>
            <ac:spMk id="8" creationId="{2784C833-F38D-29A8-6917-A28248CE337B}"/>
          </ac:spMkLst>
        </pc:spChg>
        <pc:spChg chg="add">
          <ac:chgData name="Tiago Israel Monsanto Ferreira Pereira Lagos" userId="e0e397de-81dd-4d9d-8a82-69078809dae7" providerId="ADAL" clId="{B70D8A23-0998-4051-A36F-BC36A5E8ED92}" dt="2026-01-05T21:43:43.116" v="294" actId="26606"/>
          <ac:spMkLst>
            <pc:docMk/>
            <pc:sldMk cId="950495976" sldId="267"/>
            <ac:spMk id="10" creationId="{42A4FC2C-047E-45A5-965D-8E1E3BF09BC6}"/>
          </ac:spMkLst>
        </pc:spChg>
        <pc:picChg chg="add mod">
          <ac:chgData name="Tiago Israel Monsanto Ferreira Pereira Lagos" userId="e0e397de-81dd-4d9d-8a82-69078809dae7" providerId="ADAL" clId="{B70D8A23-0998-4051-A36F-BC36A5E8ED92}" dt="2026-01-05T21:44:14.125" v="300" actId="1076"/>
          <ac:picMkLst>
            <pc:docMk/>
            <pc:sldMk cId="950495976" sldId="267"/>
            <ac:picMk id="5" creationId="{CAC730D7-C717-9B34-A580-DE467E4D9595}"/>
          </ac:picMkLst>
        </pc:picChg>
        <pc:picChg chg="add mod">
          <ac:chgData name="Tiago Israel Monsanto Ferreira Pereira Lagos" userId="e0e397de-81dd-4d9d-8a82-69078809dae7" providerId="ADAL" clId="{B70D8A23-0998-4051-A36F-BC36A5E8ED92}" dt="2026-01-05T21:44:06.150" v="299" actId="1076"/>
          <ac:picMkLst>
            <pc:docMk/>
            <pc:sldMk cId="950495976" sldId="267"/>
            <ac:picMk id="7" creationId="{0DE81082-1A75-528D-1DD1-54AEC596BB1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8E256-B16A-7E62-4409-CBBB579356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78CD6C-256F-609E-C54C-924F57713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58FFBDB-AF97-6B60-9E9B-5EA18FDDC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0CFF-E759-40A7-8840-864428D2EDD6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B1CDBE1-4992-A53D-13E4-7627F8AE0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8AF8BA5-969C-EC70-50EB-3CD94A8B8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8A95-04CF-41BF-88DE-CB193BE993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8536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1E587-75A3-A94A-1417-F5836895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80D4E95-8C3E-9899-D9B3-C79E4BD0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0F45CDC-341F-497F-8C40-0495FDE52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0CFF-E759-40A7-8840-864428D2EDD6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D73F02C-1C76-9FEB-BB68-E9A4DAE42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A3785D3-BD6F-3E7F-9541-9E777018F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8A95-04CF-41BF-88DE-CB193BE993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9285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DE59E-1CE0-DB0C-AFF1-5FDCBCF5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7624805-6B6B-4FF6-0640-CA9C2B800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82FD91E-0C4D-9140-56CD-DC83E2213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0CFF-E759-40A7-8840-864428D2EDD6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55EB933-1644-25D4-100A-C922328A2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9C768D7-D412-D864-583F-DAE90A430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8A95-04CF-41BF-88DE-CB193BE993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78163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B4667-035B-EBD1-ED05-02B4F3DE3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926AFF8-57AB-44E9-1C8B-18CF2F721C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D6E12B5E-F83D-7CF6-AE82-7469F01E7C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62A31E4-89FB-1848-A82F-111A86769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0CFF-E759-40A7-8840-864428D2EDD6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8EBCD10-7B50-C1AC-C13F-29C034D5D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FAD2111E-9684-EA42-1515-E3267100B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8A95-04CF-41BF-88DE-CB193BE993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5884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F237A-4E23-7A8F-9ABA-65408F9DF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A3EC322-102A-BC8C-0FE8-5DAD46800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F99596BC-E831-8E42-0C59-C3F6E11E2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C982810E-BEC9-F3CB-1E2E-1AE1CB996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BDAD20F6-121A-6F57-64AC-F9ACF931E9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F266A211-3465-A2E6-8D8B-87AD8EE8C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0CFF-E759-40A7-8840-864428D2EDD6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05E96D86-474E-EA29-5659-E7D954D9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209AFFFF-8DDF-26D7-D71D-957D4993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8A95-04CF-41BF-88DE-CB193BE993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1992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294575-1A0C-75A7-D28D-9984BD768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FE13CB3A-D4C3-4AE1-E66E-6FF60A5AC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0CFF-E759-40A7-8840-864428D2EDD6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5348F629-6F53-D89E-42FC-22E1FAC0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96EE40AF-6AAC-E2B0-09EF-807CF924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8A95-04CF-41BF-88DE-CB193BE993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18910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3B1C66FB-D227-D973-FB69-9AE6455FA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0CFF-E759-40A7-8840-864428D2EDD6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14C5EC10-9A57-9584-2A7F-E63174334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57CF7DD-3B32-8ADF-C1C1-6DFA93B26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8A95-04CF-41BF-88DE-CB193BE993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04955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CE7D12-407B-0BA9-F9CE-3B0CFDBE2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0FB99DE-C4F5-9C1D-CADB-163CF5EFD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877406C3-10CE-29DB-F377-F9CFE0034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566EAB8-40CC-B497-AF17-058A16597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0CFF-E759-40A7-8840-864428D2EDD6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AD216C5-4367-E5B7-92B7-892F3239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FE77670-29BC-76DE-2903-CDA38CBEA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8A95-04CF-41BF-88DE-CB193BE993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524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DAB01F-2771-35E5-DD41-55C7758A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820F32AA-073D-2E8E-93EC-756498C8D0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02D85F19-9871-5ECC-5777-4A5CFFCB4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BFF78E3-4BB6-B120-668F-BD0566A40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0CFF-E759-40A7-8840-864428D2EDD6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AC8EA1D-F696-AC8B-2B30-FB92034B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A17CB78-F487-1830-2035-69A758EC3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8A95-04CF-41BF-88DE-CB193BE993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91573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2DA82-F0FF-316C-74CE-AFD58AA6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7D2176E3-FC79-9FB7-59D1-FB36B9CBA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ED9BB89-D953-61E4-F4A2-2B167EA08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0CFF-E759-40A7-8840-864428D2EDD6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3C383BB-BFA3-20DB-7070-05ED2942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1CB2136-1D2B-468C-0B36-7E9F49441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8A95-04CF-41BF-88DE-CB193BE993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7268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F30F21-9E67-4694-7402-A280D4F9E0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7B4E6DA-956E-9E9C-780C-8C267CAB7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411BA27-0DE8-84B8-7BC9-786A89D5C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0CFF-E759-40A7-8840-864428D2EDD6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3C4A277-A06A-426B-FD8A-B43A258BC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7E7383D-6FC4-AEEB-41EE-BCBE8F4A6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8A95-04CF-41BF-88DE-CB193BE993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1395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2C02AD56-A3DA-08B9-CF1E-FE6D05973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C5AABFA-A74F-3D9D-CAE4-9FFF39405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CBED2A2-89DE-7A33-6B72-C535148553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800CFF-E759-40A7-8840-864428D2EDD6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7D58C0A-3B91-ACB0-7F3C-0A413E147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03D1445-5087-C93C-E936-B75C8DE64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8F8A95-04CF-41BF-88DE-CB193BE993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32062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C7D73B2F-FA87-8A1D-EC05-6DC458FFA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24C21A1-6DDF-8DFA-9C86-BC4F34357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893"/>
            <a:ext cx="9144000" cy="825833"/>
          </a:xfrm>
        </p:spPr>
        <p:txBody>
          <a:bodyPr>
            <a:normAutofit/>
          </a:bodyPr>
          <a:lstStyle/>
          <a:p>
            <a:r>
              <a:rPr lang="pt-PT" sz="4400" dirty="0">
                <a:solidFill>
                  <a:schemeClr val="bg1"/>
                </a:solidFill>
              </a:rPr>
              <a:t>Facebook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69BB13-1A4E-F110-A83A-6178A5C640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Imagem 4" descr="Uma imagem com eletrónica, texto, captura de ecrã, multimédia&#10;&#10;Os conteúdos gerados por IA podem estar incorretos.">
            <a:extLst>
              <a:ext uri="{FF2B5EF4-FFF2-40B4-BE49-F238E27FC236}">
                <a16:creationId xmlns:a16="http://schemas.microsoft.com/office/drawing/2014/main" id="{C300E907-2AB2-C6C6-EA0A-721724A79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572" y="992981"/>
            <a:ext cx="4294856" cy="521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794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0FA1A26B-916F-E75D-5A26-66E46EF71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2A7FD84-14C1-DEDF-663F-5907027FB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2232"/>
            <a:ext cx="10515600" cy="1325563"/>
          </a:xfrm>
        </p:spPr>
        <p:txBody>
          <a:bodyPr/>
          <a:lstStyle/>
          <a:p>
            <a:pPr algn="ctr"/>
            <a:r>
              <a:rPr lang="pt-PT" dirty="0">
                <a:solidFill>
                  <a:schemeClr val="bg1"/>
                </a:solidFill>
              </a:rPr>
              <a:t>Instagram</a:t>
            </a:r>
          </a:p>
        </p:txBody>
      </p:sp>
      <p:pic>
        <p:nvPicPr>
          <p:cNvPr id="5" name="Marcador de Posição de Conteúdo 4" descr="Uma imagem com texto, bicla, Roda de bicicleta, captura de ecrã&#10;&#10;Os conteúdos gerados por IA podem estar incorretos.">
            <a:extLst>
              <a:ext uri="{FF2B5EF4-FFF2-40B4-BE49-F238E27FC236}">
                <a16:creationId xmlns:a16="http://schemas.microsoft.com/office/drawing/2014/main" id="{CA7E21CB-7730-EB1A-2381-0D9D06E6F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937" y="1253331"/>
            <a:ext cx="2976126" cy="4351338"/>
          </a:xfrm>
        </p:spPr>
      </p:pic>
    </p:spTree>
    <p:extLst>
      <p:ext uri="{BB962C8B-B14F-4D97-AF65-F5344CB8AC3E}">
        <p14:creationId xmlns:p14="http://schemas.microsoft.com/office/powerpoint/2010/main" val="3640740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8E56C619-7B3C-DA15-0048-9F3313186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FF355BE-D25C-DF8B-C801-5CD7B7D71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pt-PT" dirty="0" err="1">
                <a:solidFill>
                  <a:schemeClr val="bg1"/>
                </a:solidFill>
              </a:rPr>
              <a:t>LinkdIn</a:t>
            </a:r>
            <a:endParaRPr lang="pt-PT" dirty="0">
              <a:solidFill>
                <a:schemeClr val="bg1"/>
              </a:solidFill>
            </a:endParaRPr>
          </a:p>
        </p:txBody>
      </p:sp>
      <p:pic>
        <p:nvPicPr>
          <p:cNvPr id="5" name="Marcador de Posição de Conteúdo 4" descr="Uma imagem com texto, bicicleta, captura de ecrã, bicla&#10;&#10;Os conteúdos gerados por IA podem estar incorretos.">
            <a:extLst>
              <a:ext uri="{FF2B5EF4-FFF2-40B4-BE49-F238E27FC236}">
                <a16:creationId xmlns:a16="http://schemas.microsoft.com/office/drawing/2014/main" id="{F3F9C937-2656-4BEA-238B-433F507C48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376" y="1253331"/>
            <a:ext cx="3131247" cy="4351338"/>
          </a:xfrm>
        </p:spPr>
      </p:pic>
    </p:spTree>
    <p:extLst>
      <p:ext uri="{BB962C8B-B14F-4D97-AF65-F5344CB8AC3E}">
        <p14:creationId xmlns:p14="http://schemas.microsoft.com/office/powerpoint/2010/main" val="2201130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50AB7-F6D1-B311-4900-CC87F8DA2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Imagem 3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88D8A03D-6DC1-65E1-6CB0-E85271042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Marcador de Posição de Conteúdo 4" descr="Uma imagem com texto, captura de ecrã, software, ecrã&#10;&#10;Os conteúdos gerados por IA podem estar incorretos.">
            <a:extLst>
              <a:ext uri="{FF2B5EF4-FFF2-40B4-BE49-F238E27FC236}">
                <a16:creationId xmlns:a16="http://schemas.microsoft.com/office/drawing/2014/main" id="{2816A7AF-478B-7D3F-DB4A-4B59FC42F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51" y="2120620"/>
            <a:ext cx="5009577" cy="2653686"/>
          </a:xfrm>
        </p:spPr>
      </p:pic>
      <p:pic>
        <p:nvPicPr>
          <p:cNvPr id="6" name="Marcador de Posição de Conteúdo 4" descr="Uma imagem com texto, captura de ecrã, Tipo de letra, número&#10;&#10;Os conteúdos gerados por IA podem estar incorretos.">
            <a:extLst>
              <a:ext uri="{FF2B5EF4-FFF2-40B4-BE49-F238E27FC236}">
                <a16:creationId xmlns:a16="http://schemas.microsoft.com/office/drawing/2014/main" id="{CF90FA51-C6CB-223F-AB5C-B7972349E5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387" y="2102155"/>
            <a:ext cx="4663854" cy="269061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3516145-1DC0-61D9-2F39-5C6B77693064}"/>
              </a:ext>
            </a:extLst>
          </p:cNvPr>
          <p:cNvSpPr txBox="1"/>
          <p:nvPr/>
        </p:nvSpPr>
        <p:spPr>
          <a:xfrm>
            <a:off x="2393992" y="560438"/>
            <a:ext cx="74040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4400" dirty="0">
                <a:solidFill>
                  <a:schemeClr val="bg1"/>
                </a:solidFill>
              </a:rPr>
              <a:t>Campanha – Publicação paga</a:t>
            </a:r>
          </a:p>
        </p:txBody>
      </p:sp>
    </p:spTree>
    <p:extLst>
      <p:ext uri="{BB962C8B-B14F-4D97-AF65-F5344CB8AC3E}">
        <p14:creationId xmlns:p14="http://schemas.microsoft.com/office/powerpoint/2010/main" val="2335609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445E9A89-16F8-2EDD-49AB-47447B9B5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Marcador de Posição de Conteúdo 4" descr="Uma imagem com texto, captura de ecrã, Tipo de letra, número&#10;&#10;Os conteúdos gerados por IA podem estar incorretos.">
            <a:extLst>
              <a:ext uri="{FF2B5EF4-FFF2-40B4-BE49-F238E27FC236}">
                <a16:creationId xmlns:a16="http://schemas.microsoft.com/office/drawing/2014/main" id="{638F6610-03CF-876F-D495-13A9B9BE5C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327" y="2080588"/>
            <a:ext cx="3968643" cy="2696777"/>
          </a:xfrm>
        </p:spPr>
      </p:pic>
      <p:pic>
        <p:nvPicPr>
          <p:cNvPr id="6" name="Marcador de Posição de Conteúdo 4" descr="Uma imagem com texto, captura de ecrã, Tipo de letra, número&#10;&#10;Os conteúdos gerados por IA podem estar incorretos.">
            <a:extLst>
              <a:ext uri="{FF2B5EF4-FFF2-40B4-BE49-F238E27FC236}">
                <a16:creationId xmlns:a16="http://schemas.microsoft.com/office/drawing/2014/main" id="{1B8E1933-151D-F96A-8232-BB6AD6C67F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032" y="2080635"/>
            <a:ext cx="3405920" cy="2696730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9D530688-B70F-C871-842D-066D17B704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0855" y="687450"/>
            <a:ext cx="6870290" cy="705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400" dirty="0">
                <a:solidFill>
                  <a:schemeClr val="bg1"/>
                </a:solidFill>
              </a:rPr>
              <a:t>Campanha – Publicação paga</a:t>
            </a:r>
          </a:p>
        </p:txBody>
      </p:sp>
    </p:spTree>
    <p:extLst>
      <p:ext uri="{BB962C8B-B14F-4D97-AF65-F5344CB8AC3E}">
        <p14:creationId xmlns:p14="http://schemas.microsoft.com/office/powerpoint/2010/main" val="1932745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C534927C-BFB6-FD92-2F0B-EEAD8D254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Marcador de Posição de Conteúdo 4" descr="Uma imagem com texto, captura de ecrã, Tipo de letra, número&#10;&#10;Os conteúdos gerados por IA podem estar incorretos.">
            <a:extLst>
              <a:ext uri="{FF2B5EF4-FFF2-40B4-BE49-F238E27FC236}">
                <a16:creationId xmlns:a16="http://schemas.microsoft.com/office/drawing/2014/main" id="{84B8C621-E290-9292-9B3F-D98096314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272" y="2035626"/>
            <a:ext cx="3936084" cy="2786748"/>
          </a:xfrm>
        </p:spPr>
      </p:pic>
      <p:pic>
        <p:nvPicPr>
          <p:cNvPr id="6" name="Marcador de Posição de Conteúdo 4" descr="Uma imagem com texto, captura de ecrã, Tipo de letra, número&#10;&#10;Os conteúdos gerados por IA podem estar incorretos.">
            <a:extLst>
              <a:ext uri="{FF2B5EF4-FFF2-40B4-BE49-F238E27FC236}">
                <a16:creationId xmlns:a16="http://schemas.microsoft.com/office/drawing/2014/main" id="{35FDBDD4-8CBA-2179-C0CA-E699E22CEE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644" y="2055813"/>
            <a:ext cx="3936084" cy="2865929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4C3BB8ED-3EE2-8A16-6C9E-23FD311043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70687" y="675086"/>
            <a:ext cx="6850626" cy="705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400" dirty="0">
                <a:solidFill>
                  <a:schemeClr val="bg1"/>
                </a:solidFill>
              </a:rPr>
              <a:t>Campanha – Publicação paga</a:t>
            </a:r>
          </a:p>
        </p:txBody>
      </p:sp>
    </p:spTree>
    <p:extLst>
      <p:ext uri="{BB962C8B-B14F-4D97-AF65-F5344CB8AC3E}">
        <p14:creationId xmlns:p14="http://schemas.microsoft.com/office/powerpoint/2010/main" val="2025474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Posição de Conteúdo 4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BDF480A0-E5AC-E78F-3B4D-A7AF1D67C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7" name="Imagem 6" descr="Uma imagem com texto, captura de ecrã, software, número&#10;&#10;Os conteúdos gerados por IA podem estar incorretos.">
            <a:extLst>
              <a:ext uri="{FF2B5EF4-FFF2-40B4-BE49-F238E27FC236}">
                <a16:creationId xmlns:a16="http://schemas.microsoft.com/office/drawing/2014/main" id="{B4D86EA7-998A-CC3F-8BA5-10C1DE082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09" y="1957081"/>
            <a:ext cx="8395782" cy="2943838"/>
          </a:xfrm>
          <a:prstGeom prst="rect">
            <a:avLst/>
          </a:prstGeom>
        </p:spPr>
      </p:pic>
      <p:sp>
        <p:nvSpPr>
          <p:cNvPr id="8" name="Título 6">
            <a:extLst>
              <a:ext uri="{FF2B5EF4-FFF2-40B4-BE49-F238E27FC236}">
                <a16:creationId xmlns:a16="http://schemas.microsoft.com/office/drawing/2014/main" id="{196CC67C-681D-3FBB-612A-1ED442104C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2880" y="697498"/>
            <a:ext cx="7126240" cy="705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400" dirty="0" err="1">
                <a:solidFill>
                  <a:schemeClr val="bg1"/>
                </a:solidFill>
              </a:rPr>
              <a:t>Timetable</a:t>
            </a:r>
            <a:r>
              <a:rPr lang="pt-PT" sz="4400" dirty="0">
                <a:solidFill>
                  <a:schemeClr val="bg1"/>
                </a:solidFill>
              </a:rPr>
              <a:t> Promoção da Marca</a:t>
            </a:r>
          </a:p>
        </p:txBody>
      </p:sp>
    </p:spTree>
    <p:extLst>
      <p:ext uri="{BB962C8B-B14F-4D97-AF65-F5344CB8AC3E}">
        <p14:creationId xmlns:p14="http://schemas.microsoft.com/office/powerpoint/2010/main" val="648581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Posição de Conteúdo 4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CAC730D7-C717-9B34-A580-DE467E4D9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46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pic>
        <p:nvPicPr>
          <p:cNvPr id="7" name="Imagem 6" descr="Uma imagem com texto, número, software, Tipo de letra&#10;&#10;Os conteúdos gerados por IA podem estar incorretos.">
            <a:extLst>
              <a:ext uri="{FF2B5EF4-FFF2-40B4-BE49-F238E27FC236}">
                <a16:creationId xmlns:a16="http://schemas.microsoft.com/office/drawing/2014/main" id="{0DE81082-1A75-528D-1DD1-54AEC596BB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039" y="1823861"/>
            <a:ext cx="7625922" cy="3210277"/>
          </a:xfrm>
          <a:prstGeom prst="rect">
            <a:avLst/>
          </a:prstGeom>
        </p:spPr>
      </p:pic>
      <p:sp>
        <p:nvSpPr>
          <p:cNvPr id="8" name="Título 6">
            <a:extLst>
              <a:ext uri="{FF2B5EF4-FFF2-40B4-BE49-F238E27FC236}">
                <a16:creationId xmlns:a16="http://schemas.microsoft.com/office/drawing/2014/main" id="{2784C833-F38D-29A8-6917-A28248CE33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4432" y="637208"/>
            <a:ext cx="4403136" cy="705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400" dirty="0">
                <a:solidFill>
                  <a:schemeClr val="bg1"/>
                </a:solidFill>
              </a:rPr>
              <a:t>Diagrama de </a:t>
            </a:r>
            <a:r>
              <a:rPr lang="pt-PT" sz="4400" dirty="0" err="1">
                <a:solidFill>
                  <a:schemeClr val="bg1"/>
                </a:solidFill>
              </a:rPr>
              <a:t>Gantt</a:t>
            </a:r>
            <a:endParaRPr lang="pt-PT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495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525830-BE84-A104-BFB6-F0888AE0E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Marcador de Posição de Conteúdo 4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7A329A8C-CA73-669F-D086-B5B2A8F4B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2707"/>
            <a:ext cx="12192000" cy="6928465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7A35FAE-91C7-AA3D-7352-67FC2C39D10B}"/>
              </a:ext>
            </a:extLst>
          </p:cNvPr>
          <p:cNvSpPr txBox="1"/>
          <p:nvPr/>
        </p:nvSpPr>
        <p:spPr>
          <a:xfrm>
            <a:off x="3701594" y="2632085"/>
            <a:ext cx="478881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4400" dirty="0">
                <a:solidFill>
                  <a:schemeClr val="bg1"/>
                </a:solidFill>
              </a:rPr>
              <a:t>Vídeo promocional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FF208D4-340E-84D5-09D3-2FC7458568E7}"/>
              </a:ext>
            </a:extLst>
          </p:cNvPr>
          <p:cNvSpPr txBox="1"/>
          <p:nvPr/>
        </p:nvSpPr>
        <p:spPr>
          <a:xfrm>
            <a:off x="4453786" y="3456475"/>
            <a:ext cx="32844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000" dirty="0">
                <a:solidFill>
                  <a:schemeClr val="bg1"/>
                </a:solidFill>
              </a:rPr>
              <a:t>(Para telemóveis: Ex: </a:t>
            </a:r>
            <a:r>
              <a:rPr lang="pt-PT" sz="2000" dirty="0" err="1">
                <a:solidFill>
                  <a:schemeClr val="bg1"/>
                </a:solidFill>
              </a:rPr>
              <a:t>Reels</a:t>
            </a:r>
            <a:r>
              <a:rPr lang="pt-PT" sz="200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17828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AB0CBA-EC16-3E13-9DED-90AB0B358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8115195-4B83-C1B5-0EB6-ABDFFF622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Vídeo 4">
            <a:hlinkClick r:id="" action="ppaction://media"/>
            <a:extLst>
              <a:ext uri="{FF2B5EF4-FFF2-40B4-BE49-F238E27FC236}">
                <a16:creationId xmlns:a16="http://schemas.microsoft.com/office/drawing/2014/main" id="{D4F73C63-982B-F125-22DA-A8D2223A8CF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67188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8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7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32</Words>
  <Application>Microsoft Office PowerPoint</Application>
  <PresentationFormat>Ecrã Panorâmico</PresentationFormat>
  <Paragraphs>10</Paragraphs>
  <Slides>10</Slides>
  <Notes>0</Notes>
  <HiddenSlides>0</HiddenSlides>
  <MMClips>1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do Office</vt:lpstr>
      <vt:lpstr>Facebook</vt:lpstr>
      <vt:lpstr>Instagram</vt:lpstr>
      <vt:lpstr>LinkdIn</vt:lpstr>
      <vt:lpstr>Apresentação do PowerPoint</vt:lpstr>
      <vt:lpstr>Campanha – Publicação paga</vt:lpstr>
      <vt:lpstr>Campanha – Publicação paga</vt:lpstr>
      <vt:lpstr>Timetable Promoção da Marca</vt:lpstr>
      <vt:lpstr>Diagrama de Gantt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Tiago Israel Monsanto Ferreira Pereira Lagos</dc:creator>
  <cp:lastModifiedBy>Tiago Israel Monsanto Ferreira Pereira Lagos</cp:lastModifiedBy>
  <cp:revision>1</cp:revision>
  <dcterms:created xsi:type="dcterms:W3CDTF">2026-01-03T14:23:25Z</dcterms:created>
  <dcterms:modified xsi:type="dcterms:W3CDTF">2026-01-05T21:46:24Z</dcterms:modified>
</cp:coreProperties>
</file>