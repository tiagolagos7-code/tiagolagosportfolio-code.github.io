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64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6A7A55-8158-4219-8422-9CB2F4A6DBDD}" v="14" dt="2026-02-04T00:32:00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Israel Monsanto Ferreira Pereira Lagos" userId="e0e397de-81dd-4d9d-8a82-69078809dae7" providerId="ADAL" clId="{B70D8A23-0998-4051-A36F-BC36A5E8ED92}"/>
    <pc:docChg chg="undo custSel addSld delSld modSld sldOrd">
      <pc:chgData name="Tiago Israel Monsanto Ferreira Pereira Lagos" userId="e0e397de-81dd-4d9d-8a82-69078809dae7" providerId="ADAL" clId="{B70D8A23-0998-4051-A36F-BC36A5E8ED92}" dt="2026-02-04T00:32:08.405" v="410" actId="255"/>
      <pc:docMkLst>
        <pc:docMk/>
      </pc:docMkLst>
      <pc:sldChg chg="modSp mod">
        <pc:chgData name="Tiago Israel Monsanto Ferreira Pereira Lagos" userId="e0e397de-81dd-4d9d-8a82-69078809dae7" providerId="ADAL" clId="{B70D8A23-0998-4051-A36F-BC36A5E8ED92}" dt="2026-02-04T00:32:08.405" v="410" actId="255"/>
        <pc:sldMkLst>
          <pc:docMk/>
          <pc:sldMk cId="2753583430" sldId="256"/>
        </pc:sldMkLst>
        <pc:spChg chg="mod">
          <ac:chgData name="Tiago Israel Monsanto Ferreira Pereira Lagos" userId="e0e397de-81dd-4d9d-8a82-69078809dae7" providerId="ADAL" clId="{B70D8A23-0998-4051-A36F-BC36A5E8ED92}" dt="2026-02-04T00:32:00.735" v="409"/>
          <ac:spMkLst>
            <pc:docMk/>
            <pc:sldMk cId="2753583430" sldId="256"/>
            <ac:spMk id="2" creationId="{24D8804D-9AA3-71FE-76F7-F9C57BD5B384}"/>
          </ac:spMkLst>
        </pc:spChg>
        <pc:spChg chg="mod">
          <ac:chgData name="Tiago Israel Monsanto Ferreira Pereira Lagos" userId="e0e397de-81dd-4d9d-8a82-69078809dae7" providerId="ADAL" clId="{B70D8A23-0998-4051-A36F-BC36A5E8ED92}" dt="2026-02-04T00:32:08.405" v="410" actId="255"/>
          <ac:spMkLst>
            <pc:docMk/>
            <pc:sldMk cId="2753583430" sldId="256"/>
            <ac:spMk id="3" creationId="{8E073B9F-6509-6B0D-325C-0BC3851EC301}"/>
          </ac:spMkLst>
        </pc:spChg>
      </pc:sldChg>
      <pc:sldChg chg="addSp delSp modSp mod ord">
        <pc:chgData name="Tiago Israel Monsanto Ferreira Pereira Lagos" userId="e0e397de-81dd-4d9d-8a82-69078809dae7" providerId="ADAL" clId="{B70D8A23-0998-4051-A36F-BC36A5E8ED92}" dt="2026-02-03T23:33:33.615" v="260" actId="1076"/>
        <pc:sldMkLst>
          <pc:docMk/>
          <pc:sldMk cId="1679459486" sldId="257"/>
        </pc:sldMkLst>
        <pc:spChg chg="mod">
          <ac:chgData name="Tiago Israel Monsanto Ferreira Pereira Lagos" userId="e0e397de-81dd-4d9d-8a82-69078809dae7" providerId="ADAL" clId="{B70D8A23-0998-4051-A36F-BC36A5E8ED92}" dt="2026-02-03T23:33:33.615" v="260" actId="1076"/>
          <ac:spMkLst>
            <pc:docMk/>
            <pc:sldMk cId="1679459486" sldId="257"/>
            <ac:spMk id="2" creationId="{42A94823-8A4D-1F5E-49E3-F5FA41799E56}"/>
          </ac:spMkLst>
        </pc:spChg>
        <pc:spChg chg="del">
          <ac:chgData name="Tiago Israel Monsanto Ferreira Pereira Lagos" userId="e0e397de-81dd-4d9d-8a82-69078809dae7" providerId="ADAL" clId="{B70D8A23-0998-4051-A36F-BC36A5E8ED92}" dt="2026-02-03T18:55:18.440" v="17" actId="478"/>
          <ac:spMkLst>
            <pc:docMk/>
            <pc:sldMk cId="1679459486" sldId="257"/>
            <ac:spMk id="3" creationId="{B6E59042-27B3-FF67-AD60-936936107E3D}"/>
          </ac:spMkLst>
        </pc:spChg>
        <pc:spChg chg="del">
          <ac:chgData name="Tiago Israel Monsanto Ferreira Pereira Lagos" userId="e0e397de-81dd-4d9d-8a82-69078809dae7" providerId="ADAL" clId="{B70D8A23-0998-4051-A36F-BC36A5E8ED92}" dt="2026-02-03T18:55:18.440" v="17" actId="478"/>
          <ac:spMkLst>
            <pc:docMk/>
            <pc:sldMk cId="1679459486" sldId="257"/>
            <ac:spMk id="6" creationId="{2819A651-83C7-4673-A7A1-CA5870750EA5}"/>
          </ac:spMkLst>
        </pc:spChg>
        <pc:spChg chg="add mod">
          <ac:chgData name="Tiago Israel Monsanto Ferreira Pereira Lagos" userId="e0e397de-81dd-4d9d-8a82-69078809dae7" providerId="ADAL" clId="{B70D8A23-0998-4051-A36F-BC36A5E8ED92}" dt="2026-02-03T23:31:00.653" v="237" actId="313"/>
          <ac:spMkLst>
            <pc:docMk/>
            <pc:sldMk cId="1679459486" sldId="257"/>
            <ac:spMk id="16" creationId="{9AB19081-4C95-E3BA-7096-282992CA0A0F}"/>
          </ac:spMkLst>
        </pc:spChg>
        <pc:spChg chg="add mod">
          <ac:chgData name="Tiago Israel Monsanto Ferreira Pereira Lagos" userId="e0e397de-81dd-4d9d-8a82-69078809dae7" providerId="ADAL" clId="{B70D8A23-0998-4051-A36F-BC36A5E8ED92}" dt="2026-02-03T23:28:09.265" v="204" actId="1076"/>
          <ac:spMkLst>
            <pc:docMk/>
            <pc:sldMk cId="1679459486" sldId="257"/>
            <ac:spMk id="17" creationId="{32036EE2-D3B9-0171-DA5E-4643561C1103}"/>
          </ac:spMkLst>
        </pc:spChg>
        <pc:spChg chg="add mod">
          <ac:chgData name="Tiago Israel Monsanto Ferreira Pereira Lagos" userId="e0e397de-81dd-4d9d-8a82-69078809dae7" providerId="ADAL" clId="{B70D8A23-0998-4051-A36F-BC36A5E8ED92}" dt="2026-02-03T23:23:04.067" v="169"/>
          <ac:spMkLst>
            <pc:docMk/>
            <pc:sldMk cId="1679459486" sldId="257"/>
            <ac:spMk id="18" creationId="{7E29B51F-0A86-38EA-A0CF-33AE66981DE1}"/>
          </ac:spMkLst>
        </pc:spChg>
        <pc:spChg chg="add mod">
          <ac:chgData name="Tiago Israel Monsanto Ferreira Pereira Lagos" userId="e0e397de-81dd-4d9d-8a82-69078809dae7" providerId="ADAL" clId="{B70D8A23-0998-4051-A36F-BC36A5E8ED92}" dt="2026-02-03T23:28:55.965" v="212" actId="20577"/>
          <ac:spMkLst>
            <pc:docMk/>
            <pc:sldMk cId="1679459486" sldId="257"/>
            <ac:spMk id="19" creationId="{BB6BAAD9-126E-E3DE-1A5F-7C0E849D4961}"/>
          </ac:spMkLst>
        </pc:spChg>
        <pc:picChg chg="mod">
          <ac:chgData name="Tiago Israel Monsanto Ferreira Pereira Lagos" userId="e0e397de-81dd-4d9d-8a82-69078809dae7" providerId="ADAL" clId="{B70D8A23-0998-4051-A36F-BC36A5E8ED92}" dt="2026-02-03T23:28:42.024" v="209" actId="1076"/>
          <ac:picMkLst>
            <pc:docMk/>
            <pc:sldMk cId="1679459486" sldId="257"/>
            <ac:picMk id="5" creationId="{B08AE03D-98C1-945E-3326-195093F4767B}"/>
          </ac:picMkLst>
        </pc:picChg>
        <pc:picChg chg="del">
          <ac:chgData name="Tiago Israel Monsanto Ferreira Pereira Lagos" userId="e0e397de-81dd-4d9d-8a82-69078809dae7" providerId="ADAL" clId="{B70D8A23-0998-4051-A36F-BC36A5E8ED92}" dt="2026-02-03T18:55:18.440" v="17" actId="478"/>
          <ac:picMkLst>
            <pc:docMk/>
            <pc:sldMk cId="1679459486" sldId="257"/>
            <ac:picMk id="12" creationId="{5C67DA22-B343-6645-B213-3F154D12CD0C}"/>
          </ac:picMkLst>
        </pc:picChg>
        <pc:picChg chg="del">
          <ac:chgData name="Tiago Israel Monsanto Ferreira Pereira Lagos" userId="e0e397de-81dd-4d9d-8a82-69078809dae7" providerId="ADAL" clId="{B70D8A23-0998-4051-A36F-BC36A5E8ED92}" dt="2026-02-03T18:55:18.440" v="17" actId="478"/>
          <ac:picMkLst>
            <pc:docMk/>
            <pc:sldMk cId="1679459486" sldId="257"/>
            <ac:picMk id="14" creationId="{541DDA0A-95AB-0EAF-97A1-9B9545C76905}"/>
          </ac:picMkLst>
        </pc:picChg>
      </pc:sldChg>
      <pc:sldChg chg="del">
        <pc:chgData name="Tiago Israel Monsanto Ferreira Pereira Lagos" userId="e0e397de-81dd-4d9d-8a82-69078809dae7" providerId="ADAL" clId="{B70D8A23-0998-4051-A36F-BC36A5E8ED92}" dt="2026-02-03T18:54:48.848" v="0" actId="2696"/>
        <pc:sldMkLst>
          <pc:docMk/>
          <pc:sldMk cId="2297081623" sldId="258"/>
        </pc:sldMkLst>
      </pc:sldChg>
      <pc:sldChg chg="del">
        <pc:chgData name="Tiago Israel Monsanto Ferreira Pereira Lagos" userId="e0e397de-81dd-4d9d-8a82-69078809dae7" providerId="ADAL" clId="{B70D8A23-0998-4051-A36F-BC36A5E8ED92}" dt="2026-02-03T23:33:52.272" v="261" actId="2696"/>
        <pc:sldMkLst>
          <pc:docMk/>
          <pc:sldMk cId="2589709224" sldId="259"/>
        </pc:sldMkLst>
      </pc:sldChg>
      <pc:sldChg chg="del">
        <pc:chgData name="Tiago Israel Monsanto Ferreira Pereira Lagos" userId="e0e397de-81dd-4d9d-8a82-69078809dae7" providerId="ADAL" clId="{B70D8A23-0998-4051-A36F-BC36A5E8ED92}" dt="2026-02-03T23:33:55.066" v="262" actId="2696"/>
        <pc:sldMkLst>
          <pc:docMk/>
          <pc:sldMk cId="475044268" sldId="260"/>
        </pc:sldMkLst>
      </pc:sldChg>
      <pc:sldChg chg="del">
        <pc:chgData name="Tiago Israel Monsanto Ferreira Pereira Lagos" userId="e0e397de-81dd-4d9d-8a82-69078809dae7" providerId="ADAL" clId="{B70D8A23-0998-4051-A36F-BC36A5E8ED92}" dt="2026-02-03T23:33:57.780" v="263" actId="2696"/>
        <pc:sldMkLst>
          <pc:docMk/>
          <pc:sldMk cId="3107554922" sldId="261"/>
        </pc:sldMkLst>
      </pc:sldChg>
      <pc:sldChg chg="modSp mod">
        <pc:chgData name="Tiago Israel Monsanto Ferreira Pereira Lagos" userId="e0e397de-81dd-4d9d-8a82-69078809dae7" providerId="ADAL" clId="{B70D8A23-0998-4051-A36F-BC36A5E8ED92}" dt="2026-02-03T19:29:57.590" v="137" actId="1076"/>
        <pc:sldMkLst>
          <pc:docMk/>
          <pc:sldMk cId="2438971934" sldId="262"/>
        </pc:sldMkLst>
        <pc:spChg chg="mod">
          <ac:chgData name="Tiago Israel Monsanto Ferreira Pereira Lagos" userId="e0e397de-81dd-4d9d-8a82-69078809dae7" providerId="ADAL" clId="{B70D8A23-0998-4051-A36F-BC36A5E8ED92}" dt="2026-02-03T19:29:12.893" v="129" actId="1076"/>
          <ac:spMkLst>
            <pc:docMk/>
            <pc:sldMk cId="2438971934" sldId="262"/>
            <ac:spMk id="2" creationId="{818CB536-3040-7EBC-146C-79D7B56DE60E}"/>
          </ac:spMkLst>
        </pc:spChg>
        <pc:spChg chg="mod">
          <ac:chgData name="Tiago Israel Monsanto Ferreira Pereira Lagos" userId="e0e397de-81dd-4d9d-8a82-69078809dae7" providerId="ADAL" clId="{B70D8A23-0998-4051-A36F-BC36A5E8ED92}" dt="2026-02-03T19:29:21.910" v="131" actId="1076"/>
          <ac:spMkLst>
            <pc:docMk/>
            <pc:sldMk cId="2438971934" sldId="262"/>
            <ac:spMk id="3" creationId="{35E7CF75-2FEA-46DB-B192-C558EA1FE37D}"/>
          </ac:spMkLst>
        </pc:spChg>
        <pc:spChg chg="mod">
          <ac:chgData name="Tiago Israel Monsanto Ferreira Pereira Lagos" userId="e0e397de-81dd-4d9d-8a82-69078809dae7" providerId="ADAL" clId="{B70D8A23-0998-4051-A36F-BC36A5E8ED92}" dt="2026-02-03T19:29:41.336" v="134" actId="1076"/>
          <ac:spMkLst>
            <pc:docMk/>
            <pc:sldMk cId="2438971934" sldId="262"/>
            <ac:spMk id="6" creationId="{BD199B68-1CEC-2D5B-B159-185AA88A7376}"/>
          </ac:spMkLst>
        </pc:spChg>
        <pc:picChg chg="mod">
          <ac:chgData name="Tiago Israel Monsanto Ferreira Pereira Lagos" userId="e0e397de-81dd-4d9d-8a82-69078809dae7" providerId="ADAL" clId="{B70D8A23-0998-4051-A36F-BC36A5E8ED92}" dt="2026-02-03T19:29:57.590" v="137" actId="1076"/>
          <ac:picMkLst>
            <pc:docMk/>
            <pc:sldMk cId="2438971934" sldId="262"/>
            <ac:picMk id="12" creationId="{378F15EE-B477-B6AC-5E78-95CC8E5F1F07}"/>
          </ac:picMkLst>
        </pc:picChg>
        <pc:picChg chg="mod">
          <ac:chgData name="Tiago Israel Monsanto Ferreira Pereira Lagos" userId="e0e397de-81dd-4d9d-8a82-69078809dae7" providerId="ADAL" clId="{B70D8A23-0998-4051-A36F-BC36A5E8ED92}" dt="2026-02-03T19:29:30.924" v="132" actId="1076"/>
          <ac:picMkLst>
            <pc:docMk/>
            <pc:sldMk cId="2438971934" sldId="262"/>
            <ac:picMk id="14" creationId="{9B41E1D8-0ECF-6BE5-F038-AE4DA30DC64C}"/>
          </ac:picMkLst>
        </pc:picChg>
      </pc:sldChg>
      <pc:sldChg chg="addSp delSp modSp new mod">
        <pc:chgData name="Tiago Israel Monsanto Ferreira Pereira Lagos" userId="e0e397de-81dd-4d9d-8a82-69078809dae7" providerId="ADAL" clId="{B70D8A23-0998-4051-A36F-BC36A5E8ED92}" dt="2026-02-03T23:32:35.880" v="239" actId="1076"/>
        <pc:sldMkLst>
          <pc:docMk/>
          <pc:sldMk cId="3007805831" sldId="263"/>
        </pc:sldMkLst>
        <pc:spChg chg="del">
          <ac:chgData name="Tiago Israel Monsanto Ferreira Pereira Lagos" userId="e0e397de-81dd-4d9d-8a82-69078809dae7" providerId="ADAL" clId="{B70D8A23-0998-4051-A36F-BC36A5E8ED92}" dt="2026-02-03T19:21:07.699" v="52" actId="21"/>
          <ac:spMkLst>
            <pc:docMk/>
            <pc:sldMk cId="3007805831" sldId="263"/>
            <ac:spMk id="2" creationId="{7FA26DFA-0541-B16C-A572-1C28F326D53A}"/>
          </ac:spMkLst>
        </pc:spChg>
        <pc:spChg chg="del">
          <ac:chgData name="Tiago Israel Monsanto Ferreira Pereira Lagos" userId="e0e397de-81dd-4d9d-8a82-69078809dae7" providerId="ADAL" clId="{B70D8A23-0998-4051-A36F-BC36A5E8ED92}" dt="2026-02-03T19:20:29.452" v="43" actId="931"/>
          <ac:spMkLst>
            <pc:docMk/>
            <pc:sldMk cId="3007805831" sldId="263"/>
            <ac:spMk id="3" creationId="{4931DD5B-5531-5C75-CA93-F8BBE9AE3710}"/>
          </ac:spMkLst>
        </pc:spChg>
        <pc:spChg chg="add mod">
          <ac:chgData name="Tiago Israel Monsanto Ferreira Pereira Lagos" userId="e0e397de-81dd-4d9d-8a82-69078809dae7" providerId="ADAL" clId="{B70D8A23-0998-4051-A36F-BC36A5E8ED92}" dt="2026-02-03T19:28:58.443" v="127" actId="20577"/>
          <ac:spMkLst>
            <pc:docMk/>
            <pc:sldMk cId="3007805831" sldId="263"/>
            <ac:spMk id="12" creationId="{A30BB60D-113F-22B8-E35A-D8E5ADA124BD}"/>
          </ac:spMkLst>
        </pc:spChg>
        <pc:picChg chg="add del mod ord">
          <ac:chgData name="Tiago Israel Monsanto Ferreira Pereira Lagos" userId="e0e397de-81dd-4d9d-8a82-69078809dae7" providerId="ADAL" clId="{B70D8A23-0998-4051-A36F-BC36A5E8ED92}" dt="2026-02-03T19:21:04.049" v="51" actId="21"/>
          <ac:picMkLst>
            <pc:docMk/>
            <pc:sldMk cId="3007805831" sldId="263"/>
            <ac:picMk id="4" creationId="{0CC49783-6664-A744-EEBF-95BD358F270F}"/>
          </ac:picMkLst>
        </pc:picChg>
        <pc:picChg chg="add mod ord">
          <ac:chgData name="Tiago Israel Monsanto Ferreira Pereira Lagos" userId="e0e397de-81dd-4d9d-8a82-69078809dae7" providerId="ADAL" clId="{B70D8A23-0998-4051-A36F-BC36A5E8ED92}" dt="2026-02-03T23:32:35.880" v="239" actId="1076"/>
          <ac:picMkLst>
            <pc:docMk/>
            <pc:sldMk cId="3007805831" sldId="263"/>
            <ac:picMk id="6" creationId="{02DA6AEB-21E3-09E8-7482-4D1E6E818EFE}"/>
          </ac:picMkLst>
        </pc:picChg>
        <pc:picChg chg="add mod ord">
          <ac:chgData name="Tiago Israel Monsanto Ferreira Pereira Lagos" userId="e0e397de-81dd-4d9d-8a82-69078809dae7" providerId="ADAL" clId="{B70D8A23-0998-4051-A36F-BC36A5E8ED92}" dt="2026-02-03T19:21:20.365" v="54" actId="167"/>
          <ac:picMkLst>
            <pc:docMk/>
            <pc:sldMk cId="3007805831" sldId="263"/>
            <ac:picMk id="7" creationId="{A198EF9A-642F-878C-C30C-AACE43782952}"/>
          </ac:picMkLst>
        </pc:picChg>
        <pc:picChg chg="add del mod">
          <ac:chgData name="Tiago Israel Monsanto Ferreira Pereira Lagos" userId="e0e397de-81dd-4d9d-8a82-69078809dae7" providerId="ADAL" clId="{B70D8A23-0998-4051-A36F-BC36A5E8ED92}" dt="2026-02-03T19:25:45.764" v="61" actId="21"/>
          <ac:picMkLst>
            <pc:docMk/>
            <pc:sldMk cId="3007805831" sldId="263"/>
            <ac:picMk id="9" creationId="{88A2422F-9982-367A-651E-9751ADA2E86F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3T23:32:26.284" v="238" actId="1076"/>
          <ac:picMkLst>
            <pc:docMk/>
            <pc:sldMk cId="3007805831" sldId="263"/>
            <ac:picMk id="11" creationId="{CE6724C6-9D33-4972-321B-6C892DF09F52}"/>
          </ac:picMkLst>
        </pc:picChg>
      </pc:sldChg>
      <pc:sldChg chg="addSp delSp modSp new mod">
        <pc:chgData name="Tiago Israel Monsanto Ferreira Pereira Lagos" userId="e0e397de-81dd-4d9d-8a82-69078809dae7" providerId="ADAL" clId="{B70D8A23-0998-4051-A36F-BC36A5E8ED92}" dt="2026-02-04T00:28:59.153" v="403" actId="1076"/>
        <pc:sldMkLst>
          <pc:docMk/>
          <pc:sldMk cId="334606706" sldId="264"/>
        </pc:sldMkLst>
        <pc:spChg chg="mod">
          <ac:chgData name="Tiago Israel Monsanto Ferreira Pereira Lagos" userId="e0e397de-81dd-4d9d-8a82-69078809dae7" providerId="ADAL" clId="{B70D8A23-0998-4051-A36F-BC36A5E8ED92}" dt="2026-02-04T00:17:51.779" v="307" actId="1076"/>
          <ac:spMkLst>
            <pc:docMk/>
            <pc:sldMk cId="334606706" sldId="264"/>
            <ac:spMk id="2" creationId="{DA356BBB-169B-75B8-33A5-C5323F986CC4}"/>
          </ac:spMkLst>
        </pc:spChg>
        <pc:spChg chg="del">
          <ac:chgData name="Tiago Israel Monsanto Ferreira Pereira Lagos" userId="e0e397de-81dd-4d9d-8a82-69078809dae7" providerId="ADAL" clId="{B70D8A23-0998-4051-A36F-BC36A5E8ED92}" dt="2026-02-04T00:13:43.498" v="280" actId="21"/>
          <ac:spMkLst>
            <pc:docMk/>
            <pc:sldMk cId="334606706" sldId="264"/>
            <ac:spMk id="3" creationId="{AF8C01F0-9BAA-AE3E-2B53-6997218489D6}"/>
          </ac:spMkLst>
        </pc:spChg>
        <pc:picChg chg="add mod ord">
          <ac:chgData name="Tiago Israel Monsanto Ferreira Pereira Lagos" userId="e0e397de-81dd-4d9d-8a82-69078809dae7" providerId="ADAL" clId="{B70D8A23-0998-4051-A36F-BC36A5E8ED92}" dt="2026-02-04T00:13:13.945" v="266" actId="167"/>
          <ac:picMkLst>
            <pc:docMk/>
            <pc:sldMk cId="334606706" sldId="264"/>
            <ac:picMk id="4" creationId="{DABD4C33-6C14-A424-A609-63789E5AC345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8:54.528" v="402" actId="1076"/>
          <ac:picMkLst>
            <pc:docMk/>
            <pc:sldMk cId="334606706" sldId="264"/>
            <ac:picMk id="6" creationId="{F7DEDFDD-8106-0BAB-C8A9-0C08B08D4CE8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18:16.066" v="313" actId="1076"/>
          <ac:picMkLst>
            <pc:docMk/>
            <pc:sldMk cId="334606706" sldId="264"/>
            <ac:picMk id="8" creationId="{264559E8-1EB6-1698-FCD3-4595DB43A74A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8:59.153" v="403" actId="1076"/>
          <ac:picMkLst>
            <pc:docMk/>
            <pc:sldMk cId="334606706" sldId="264"/>
            <ac:picMk id="10" creationId="{0D309213-547C-B926-D70C-EF99C69AE456}"/>
          </ac:picMkLst>
        </pc:picChg>
      </pc:sldChg>
      <pc:sldChg chg="new del">
        <pc:chgData name="Tiago Israel Monsanto Ferreira Pereira Lagos" userId="e0e397de-81dd-4d9d-8a82-69078809dae7" providerId="ADAL" clId="{B70D8A23-0998-4051-A36F-BC36A5E8ED92}" dt="2026-02-04T00:18:32.647" v="316" actId="2696"/>
        <pc:sldMkLst>
          <pc:docMk/>
          <pc:sldMk cId="457135618" sldId="265"/>
        </pc:sldMkLst>
      </pc:sldChg>
      <pc:sldChg chg="addSp delSp modSp add mod">
        <pc:chgData name="Tiago Israel Monsanto Ferreira Pereira Lagos" userId="e0e397de-81dd-4d9d-8a82-69078809dae7" providerId="ADAL" clId="{B70D8A23-0998-4051-A36F-BC36A5E8ED92}" dt="2026-02-04T00:22:04.319" v="345" actId="1076"/>
        <pc:sldMkLst>
          <pc:docMk/>
          <pc:sldMk cId="2576183152" sldId="266"/>
        </pc:sldMkLst>
        <pc:picChg chg="add mod">
          <ac:chgData name="Tiago Israel Monsanto Ferreira Pereira Lagos" userId="e0e397de-81dd-4d9d-8a82-69078809dae7" providerId="ADAL" clId="{B70D8A23-0998-4051-A36F-BC36A5E8ED92}" dt="2026-02-04T00:21:43.623" v="342" actId="1076"/>
          <ac:picMkLst>
            <pc:docMk/>
            <pc:sldMk cId="2576183152" sldId="266"/>
            <ac:picMk id="5" creationId="{C6A47EED-2C27-8317-22F4-808C96F22311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18:36.955" v="317" actId="21"/>
          <ac:picMkLst>
            <pc:docMk/>
            <pc:sldMk cId="2576183152" sldId="266"/>
            <ac:picMk id="6" creationId="{8731F16A-7DE0-E753-E4C4-8E199C69C861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18:41.987" v="319" actId="21"/>
          <ac:picMkLst>
            <pc:docMk/>
            <pc:sldMk cId="2576183152" sldId="266"/>
            <ac:picMk id="8" creationId="{FA40F01B-EF6B-16F4-8D46-4BC8CC4F2893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1:54.403" v="344" actId="14100"/>
          <ac:picMkLst>
            <pc:docMk/>
            <pc:sldMk cId="2576183152" sldId="266"/>
            <ac:picMk id="9" creationId="{7862FD17-8B02-87CA-8D74-E9C33ACD3E8C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18:39.021" v="318" actId="21"/>
          <ac:picMkLst>
            <pc:docMk/>
            <pc:sldMk cId="2576183152" sldId="266"/>
            <ac:picMk id="10" creationId="{5A5C6172-80FB-F11A-D00C-6D0C232C0487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2:04.319" v="345" actId="1076"/>
          <ac:picMkLst>
            <pc:docMk/>
            <pc:sldMk cId="2576183152" sldId="266"/>
            <ac:picMk id="12" creationId="{E5F2C2A4-F748-B605-0EE4-DF332015E852}"/>
          </ac:picMkLst>
        </pc:picChg>
      </pc:sldChg>
      <pc:sldChg chg="addSp delSp modSp add mod">
        <pc:chgData name="Tiago Israel Monsanto Ferreira Pereira Lagos" userId="e0e397de-81dd-4d9d-8a82-69078809dae7" providerId="ADAL" clId="{B70D8A23-0998-4051-A36F-BC36A5E8ED92}" dt="2026-02-04T00:24:50.676" v="371" actId="1076"/>
        <pc:sldMkLst>
          <pc:docMk/>
          <pc:sldMk cId="256970366" sldId="267"/>
        </pc:sldMkLst>
        <pc:picChg chg="del">
          <ac:chgData name="Tiago Israel Monsanto Ferreira Pereira Lagos" userId="e0e397de-81dd-4d9d-8a82-69078809dae7" providerId="ADAL" clId="{B70D8A23-0998-4051-A36F-BC36A5E8ED92}" dt="2026-02-04T00:22:25.968" v="348" actId="21"/>
          <ac:picMkLst>
            <pc:docMk/>
            <pc:sldMk cId="256970366" sldId="267"/>
            <ac:picMk id="5" creationId="{6BE5328F-3C95-1CEB-8EF7-4D46B8560D7F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4:50.676" v="371" actId="1076"/>
          <ac:picMkLst>
            <pc:docMk/>
            <pc:sldMk cId="256970366" sldId="267"/>
            <ac:picMk id="6" creationId="{A5D1D7CF-D26E-C8E1-7395-3273E0399668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4:42.882" v="370" actId="1076"/>
          <ac:picMkLst>
            <pc:docMk/>
            <pc:sldMk cId="256970366" sldId="267"/>
            <ac:picMk id="8" creationId="{C80AAC8D-F571-8EE4-6B46-4013FA929700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22:23.798" v="347" actId="21"/>
          <ac:picMkLst>
            <pc:docMk/>
            <pc:sldMk cId="256970366" sldId="267"/>
            <ac:picMk id="9" creationId="{5D29AE09-B71E-9D66-703D-AF9B3A6015A4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22:29.167" v="349" actId="21"/>
          <ac:picMkLst>
            <pc:docMk/>
            <pc:sldMk cId="256970366" sldId="267"/>
            <ac:picMk id="12" creationId="{8D29D4E5-9882-521B-6407-75E0E9B7BD6F}"/>
          </ac:picMkLst>
        </pc:picChg>
      </pc:sldChg>
      <pc:sldChg chg="addSp delSp modSp add mod">
        <pc:chgData name="Tiago Israel Monsanto Ferreira Pereira Lagos" userId="e0e397de-81dd-4d9d-8a82-69078809dae7" providerId="ADAL" clId="{B70D8A23-0998-4051-A36F-BC36A5E8ED92}" dt="2026-02-04T00:27:33.325" v="401"/>
        <pc:sldMkLst>
          <pc:docMk/>
          <pc:sldMk cId="2424502516" sldId="268"/>
        </pc:sldMkLst>
        <pc:grpChg chg="mod">
          <ac:chgData name="Tiago Israel Monsanto Ferreira Pereira Lagos" userId="e0e397de-81dd-4d9d-8a82-69078809dae7" providerId="ADAL" clId="{B70D8A23-0998-4051-A36F-BC36A5E8ED92}" dt="2026-02-04T00:27:07.391" v="395"/>
          <ac:grpSpMkLst>
            <pc:docMk/>
            <pc:sldMk cId="2424502516" sldId="268"/>
            <ac:grpSpMk id="12" creationId="{556BA199-1CB1-3434-EE69-409170A358FC}"/>
          </ac:grpSpMkLst>
        </pc:grpChg>
        <pc:grpChg chg="del mod">
          <ac:chgData name="Tiago Israel Monsanto Ferreira Pereira Lagos" userId="e0e397de-81dd-4d9d-8a82-69078809dae7" providerId="ADAL" clId="{B70D8A23-0998-4051-A36F-BC36A5E8ED92}" dt="2026-02-04T00:27:33.325" v="401"/>
          <ac:grpSpMkLst>
            <pc:docMk/>
            <pc:sldMk cId="2424502516" sldId="268"/>
            <ac:grpSpMk id="18" creationId="{4A5F98EE-1059-2445-4FE7-01B5E4D37282}"/>
          </ac:grpSpMkLst>
        </pc:grpChg>
        <pc:grpChg chg="mod">
          <ac:chgData name="Tiago Israel Monsanto Ferreira Pereira Lagos" userId="e0e397de-81dd-4d9d-8a82-69078809dae7" providerId="ADAL" clId="{B70D8A23-0998-4051-A36F-BC36A5E8ED92}" dt="2026-02-04T00:27:33.325" v="401"/>
          <ac:grpSpMkLst>
            <pc:docMk/>
            <pc:sldMk cId="2424502516" sldId="268"/>
            <ac:grpSpMk id="19" creationId="{CF3838D6-456A-D059-C858-B24CD232AAE1}"/>
          </ac:grpSpMkLst>
        </pc:grpChg>
        <pc:picChg chg="add mod">
          <ac:chgData name="Tiago Israel Monsanto Ferreira Pereira Lagos" userId="e0e397de-81dd-4d9d-8a82-69078809dae7" providerId="ADAL" clId="{B70D8A23-0998-4051-A36F-BC36A5E8ED92}" dt="2026-02-04T00:26:10.564" v="391" actId="1076"/>
          <ac:picMkLst>
            <pc:docMk/>
            <pc:sldMk cId="2424502516" sldId="268"/>
            <ac:picMk id="5" creationId="{6F400A1B-3918-0811-7EF6-F1A49D00D896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25:07.060" v="373" actId="21"/>
          <ac:picMkLst>
            <pc:docMk/>
            <pc:sldMk cId="2424502516" sldId="268"/>
            <ac:picMk id="6" creationId="{ADF464FD-8875-B9D5-B460-D325E208D92E}"/>
          </ac:picMkLst>
        </pc:picChg>
        <pc:picChg chg="del">
          <ac:chgData name="Tiago Israel Monsanto Ferreira Pereira Lagos" userId="e0e397de-81dd-4d9d-8a82-69078809dae7" providerId="ADAL" clId="{B70D8A23-0998-4051-A36F-BC36A5E8ED92}" dt="2026-02-04T00:25:09.622" v="374" actId="21"/>
          <ac:picMkLst>
            <pc:docMk/>
            <pc:sldMk cId="2424502516" sldId="268"/>
            <ac:picMk id="8" creationId="{55C44BEE-7094-1161-C3FC-18B6236CEFED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4T00:26:19.330" v="392" actId="1076"/>
          <ac:picMkLst>
            <pc:docMk/>
            <pc:sldMk cId="2424502516" sldId="268"/>
            <ac:picMk id="9" creationId="{87ACE93D-FF31-81B4-3CFA-3BFF30B88107}"/>
          </ac:picMkLst>
        </pc:picChg>
        <pc:inkChg chg="add mod">
          <ac:chgData name="Tiago Israel Monsanto Ferreira Pereira Lagos" userId="e0e397de-81dd-4d9d-8a82-69078809dae7" providerId="ADAL" clId="{B70D8A23-0998-4051-A36F-BC36A5E8ED92}" dt="2026-02-04T00:27:07.391" v="395"/>
          <ac:inkMkLst>
            <pc:docMk/>
            <pc:sldMk cId="2424502516" sldId="268"/>
            <ac:inkMk id="10" creationId="{EF31F7B2-0149-78DB-D635-A514F8FC6E63}"/>
          </ac:inkMkLst>
        </pc:inkChg>
        <pc:inkChg chg="add mod">
          <ac:chgData name="Tiago Israel Monsanto Ferreira Pereira Lagos" userId="e0e397de-81dd-4d9d-8a82-69078809dae7" providerId="ADAL" clId="{B70D8A23-0998-4051-A36F-BC36A5E8ED92}" dt="2026-02-04T00:27:07.391" v="395"/>
          <ac:inkMkLst>
            <pc:docMk/>
            <pc:sldMk cId="2424502516" sldId="268"/>
            <ac:inkMk id="11" creationId="{17E918F2-7F3C-D131-BF06-2AEBDB2C1FFD}"/>
          </ac:inkMkLst>
        </pc:inkChg>
        <pc:inkChg chg="add">
          <ac:chgData name="Tiago Israel Monsanto Ferreira Pereira Lagos" userId="e0e397de-81dd-4d9d-8a82-69078809dae7" providerId="ADAL" clId="{B70D8A23-0998-4051-A36F-BC36A5E8ED92}" dt="2026-02-04T00:27:21.112" v="396" actId="9405"/>
          <ac:inkMkLst>
            <pc:docMk/>
            <pc:sldMk cId="2424502516" sldId="268"/>
            <ac:inkMk id="13" creationId="{96D793B4-FA32-B5B2-391E-490924A150B1}"/>
          </ac:inkMkLst>
        </pc:inkChg>
        <pc:inkChg chg="add">
          <ac:chgData name="Tiago Israel Monsanto Ferreira Pereira Lagos" userId="e0e397de-81dd-4d9d-8a82-69078809dae7" providerId="ADAL" clId="{B70D8A23-0998-4051-A36F-BC36A5E8ED92}" dt="2026-02-04T00:27:23.509" v="397" actId="9405"/>
          <ac:inkMkLst>
            <pc:docMk/>
            <pc:sldMk cId="2424502516" sldId="268"/>
            <ac:inkMk id="14" creationId="{5A081E23-1905-2D36-2529-B72ABC5DC413}"/>
          </ac:inkMkLst>
        </pc:inkChg>
        <pc:inkChg chg="add mod">
          <ac:chgData name="Tiago Israel Monsanto Ferreira Pereira Lagos" userId="e0e397de-81dd-4d9d-8a82-69078809dae7" providerId="ADAL" clId="{B70D8A23-0998-4051-A36F-BC36A5E8ED92}" dt="2026-02-04T00:27:33.325" v="401"/>
          <ac:inkMkLst>
            <pc:docMk/>
            <pc:sldMk cId="2424502516" sldId="268"/>
            <ac:inkMk id="15" creationId="{9F191F70-0B1C-964F-4C85-959DAB3B9B14}"/>
          </ac:inkMkLst>
        </pc:inkChg>
        <pc:inkChg chg="add mod">
          <ac:chgData name="Tiago Israel Monsanto Ferreira Pereira Lagos" userId="e0e397de-81dd-4d9d-8a82-69078809dae7" providerId="ADAL" clId="{B70D8A23-0998-4051-A36F-BC36A5E8ED92}" dt="2026-02-04T00:27:33.325" v="401"/>
          <ac:inkMkLst>
            <pc:docMk/>
            <pc:sldMk cId="2424502516" sldId="268"/>
            <ac:inkMk id="16" creationId="{982A316F-9116-C9E4-FCE9-D2D1A64DF971}"/>
          </ac:inkMkLst>
        </pc:inkChg>
        <pc:inkChg chg="add mod">
          <ac:chgData name="Tiago Israel Monsanto Ferreira Pereira Lagos" userId="e0e397de-81dd-4d9d-8a82-69078809dae7" providerId="ADAL" clId="{B70D8A23-0998-4051-A36F-BC36A5E8ED92}" dt="2026-02-04T00:27:33.325" v="401"/>
          <ac:inkMkLst>
            <pc:docMk/>
            <pc:sldMk cId="2424502516" sldId="268"/>
            <ac:inkMk id="17" creationId="{DBF876FA-E578-91DF-FE3D-4069D147DFF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04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24575,'168'6'-1365,"-162"-6"-5461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06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24575,'-57'12'0,"45"-11"-227,0 1-1,0 0 1,0 1-1,0 0 1,-22 9-1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21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24575,'367'0'-1365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23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24575,'28'-1'-119,"6"1"-192,0 0-1,-1 2 1,53 11-1,-80-12-6514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27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2 24575,'-59'-1'0,"-63"2"0,29 11 0,-11-1 0,100-11-101,-36 3-1163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3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24575,'38'0'0,"1"1"0,-1 2 0,61 13 0,-85-13 0,-1-1 0,27-1 0,23 4 0,-50-3-27,1 0 0,0-1 0,16-2 0,-8 1-1230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00:27:32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24575,'-181'6'0,"149"-6"-1365,26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92C54-57B9-45DB-B429-66F4609B70B2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ECE31-D90E-4BF2-BB33-0852D07284E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509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2823-B090-FB59-873D-BA217DA51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0560FA-DDA7-CC19-2532-A2014FC85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06E7BB-4408-9EDA-1E28-01B1FDAB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7620A83-DF84-FE2B-8FD9-A6C26BE3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9FA7CDC-585F-21ED-B640-CAB1831C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076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B9C92-99CA-7A38-A9AB-36BFC7BE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20B040-9DB3-8647-FCE4-0D50F2BA0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87B05F4-1DA0-C25E-BA99-963EE358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B4671A-062D-B22E-5C19-24437762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6731FB9-6E64-BA43-D17F-A6D74EE8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043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19751-CAEA-03DB-4A9B-9AE216E5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96F4EFA-7ED7-1241-9323-F2EA4E583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2CD8D1-E23C-3080-E2B1-5A821A7C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FDB918B-8A8E-6C5E-833B-F1EA1ECF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34112D-BE01-3A48-55F4-E730EDCE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165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CBD9C-3246-27DC-005D-1FD73A49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1D4CD26-05C4-DA4D-1768-50BC6775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DDCFDA3-4C5F-4B90-E6CD-F8E763433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837C9A-AB97-FCE7-BE0D-8881781C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D103D49-BD43-D99A-0E66-07BC9974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B4B08A1-0E6D-49C0-6AAD-41490B03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7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A45F6-7E07-CE0C-16A8-F7700F73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CF2CB10-62E3-8161-6F55-0B63F8159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C76D8C0-BE58-8154-AA1C-9180E1AB5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E707964-853C-1DAE-DC3B-3FDD5FC7E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99ED41E-4C38-536C-30D6-5527CACB8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55432B7-1017-6782-5CD0-8010B66A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5754477-6D76-D5FC-63A1-87565C00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7E4E58A-F9B9-3228-44CD-08B1F8C7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876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80D6B-68DA-423B-DF65-2096857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5F0A1E5-C4C3-BC9C-044C-F4D7DB64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7277F26-F882-C90D-2CFD-A45DA736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775538A-BB00-0A1E-47ED-3D9BF4B7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957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E0232AA-1379-6F88-F67C-C8763941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C1B521A-F65A-391F-188C-39885CAC9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A4592E1-7312-CCC1-0FD0-3864931B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3070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DACDA-8A48-DCDE-A664-12AFD7E0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9E5A37-1C60-F6A3-4A41-46FCAE371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22AB4DF-5142-07C6-95B8-E810059CC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5B16C18-B2FE-51B3-B8AA-F599ED7A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8CD0352-5FEB-E7B7-5A2F-316D2CCC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385432-0816-B7A1-5F1E-D45D436E9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740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E3A20-6B50-333E-A185-729EB8C7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B419E47-533A-3DAC-511A-185F3128E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6C417BC-8030-C9DD-289E-47D56B30E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9EDAD71-C429-F481-8217-F10B22EB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9E6C1CE-D3BD-E9BB-67F6-D3B4E684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070C29F-6BEE-7614-C8FA-C8064419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248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DAE1-74B3-23DF-92C6-75C1AAC9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C0DE2A07-085A-6548-1D21-C5D9F5FA0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DDFD06C-A312-B73B-6EC1-85DB53BC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8FE8AF8-093A-7DC7-E7CA-78A29F53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667DE5-7914-DA12-B258-16E64EB0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415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78FBBB-AC9C-FC45-4AC9-3FDC37810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6C65DDC-87D9-66D1-A46A-9C1613060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D4E18D-0861-DDC9-3A13-7A8DB946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3A04C7A-DE68-87BD-A3AC-F6DD3D52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252A92C-6AC4-4FF9-EDB5-C0B984F5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073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B271EF0-BB92-ECD6-8EB9-3C1122251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9253D75-D038-79C3-A0AE-444870868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3129B12-6DF1-FCE5-B3D3-D6906FEF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7CAE478-C192-769D-E558-AB92BF88C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EF094D9-B697-203A-A244-FD2D9C7C8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374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5.xml"/><Relationship Id="rId1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customXml" Target="../ink/ink2.xml"/><Relationship Id="rId12" Type="http://schemas.openxmlformats.org/officeDocument/2006/relationships/image" Target="../media/image19.png"/><Relationship Id="rId17" Type="http://schemas.openxmlformats.org/officeDocument/2006/relationships/customXml" Target="../ink/ink7.xml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3.xml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2392D60C-DAF5-BD33-ACF9-6BD5C3B34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4D8804D-9AA3-71FE-76F7-F9C57BD5B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797"/>
            <a:ext cx="9144000" cy="1080063"/>
          </a:xfrm>
        </p:spPr>
        <p:txBody>
          <a:bodyPr>
            <a:normAutofit/>
          </a:bodyPr>
          <a:lstStyle/>
          <a:p>
            <a:r>
              <a:rPr lang="pt-PT" sz="4400" dirty="0">
                <a:solidFill>
                  <a:schemeClr val="bg1"/>
                </a:solidFill>
              </a:rPr>
              <a:t>SEO + Google </a:t>
            </a:r>
            <a:r>
              <a:rPr lang="pt-PT" sz="4400" dirty="0" err="1">
                <a:solidFill>
                  <a:schemeClr val="bg1"/>
                </a:solidFill>
              </a:rPr>
              <a:t>Ads</a:t>
            </a:r>
            <a:r>
              <a:rPr lang="pt-PT" sz="4400" dirty="0">
                <a:solidFill>
                  <a:schemeClr val="bg1"/>
                </a:solidFill>
              </a:rPr>
              <a:t> - Desafio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073B9F-6509-6B0D-325C-0BC3851EC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4349"/>
            <a:ext cx="9144000" cy="498014"/>
          </a:xfrm>
        </p:spPr>
        <p:txBody>
          <a:bodyPr>
            <a:noAutofit/>
          </a:bodyPr>
          <a:lstStyle/>
          <a:p>
            <a:r>
              <a:rPr lang="pt-PT" sz="6000" dirty="0">
                <a:solidFill>
                  <a:schemeClr val="bg1"/>
                </a:solidFill>
              </a:rPr>
              <a:t>Aplicações de Marketing Digital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4035627-A52E-FFC8-83A7-8CCF7AC24743}"/>
              </a:ext>
            </a:extLst>
          </p:cNvPr>
          <p:cNvSpPr txBox="1">
            <a:spLocks/>
          </p:cNvSpPr>
          <p:nvPr/>
        </p:nvSpPr>
        <p:spPr>
          <a:xfrm>
            <a:off x="1524000" y="4070556"/>
            <a:ext cx="9144000" cy="49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bg1"/>
                </a:solidFill>
              </a:rPr>
              <a:t>Professora: Iolanda Bernardino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EE9C606-3FF4-75B8-9F13-AA96E0D2406D}"/>
              </a:ext>
            </a:extLst>
          </p:cNvPr>
          <p:cNvSpPr txBox="1">
            <a:spLocks/>
          </p:cNvSpPr>
          <p:nvPr/>
        </p:nvSpPr>
        <p:spPr>
          <a:xfrm>
            <a:off x="1524000" y="4568570"/>
            <a:ext cx="9144000" cy="49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bg1"/>
                </a:solidFill>
              </a:rPr>
              <a:t>Realizado por: Tiago Lagos</a:t>
            </a:r>
          </a:p>
        </p:txBody>
      </p:sp>
    </p:spTree>
    <p:extLst>
      <p:ext uri="{BB962C8B-B14F-4D97-AF65-F5344CB8AC3E}">
        <p14:creationId xmlns:p14="http://schemas.microsoft.com/office/powerpoint/2010/main" val="275358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B1B51-A060-0B60-02B2-94220A27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4775499A-E2A6-0C53-BA76-259957EEC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8CB536-3040-7EBC-146C-79D7B56DE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2958" y="483266"/>
            <a:ext cx="2890684" cy="1080063"/>
          </a:xfrm>
        </p:spPr>
        <p:txBody>
          <a:bodyPr/>
          <a:lstStyle/>
          <a:p>
            <a:r>
              <a:rPr lang="pt-PT" dirty="0" err="1">
                <a:solidFill>
                  <a:schemeClr val="bg1"/>
                </a:solidFill>
              </a:rPr>
              <a:t>Googl’it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7CF75-2FEA-46DB-B192-C558EA1FE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96997"/>
            <a:ext cx="2109020" cy="522595"/>
          </a:xfrm>
        </p:spPr>
        <p:txBody>
          <a:bodyPr>
            <a:no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SEO Laptop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D199B68-1CEC-2D5B-B159-185AA88A7376}"/>
              </a:ext>
            </a:extLst>
          </p:cNvPr>
          <p:cNvSpPr txBox="1">
            <a:spLocks/>
          </p:cNvSpPr>
          <p:nvPr/>
        </p:nvSpPr>
        <p:spPr>
          <a:xfrm>
            <a:off x="8131280" y="1596997"/>
            <a:ext cx="2964424" cy="5225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bg1"/>
                </a:solidFill>
              </a:rPr>
              <a:t>SEO Mobile </a:t>
            </a:r>
            <a:r>
              <a:rPr lang="pt-PT" dirty="0" err="1">
                <a:solidFill>
                  <a:schemeClr val="bg1"/>
                </a:solidFill>
              </a:rPr>
              <a:t>Phone</a:t>
            </a:r>
            <a:endParaRPr lang="pt-PT" dirty="0">
              <a:solidFill>
                <a:schemeClr val="bg1"/>
              </a:solidFill>
            </a:endParaRPr>
          </a:p>
        </p:txBody>
      </p:sp>
      <p:pic>
        <p:nvPicPr>
          <p:cNvPr id="12" name="Imagem 11" descr="Uma imagem com texto, captura de ecrã, Tipo de letra, file&#10;&#10;Os conteúdos gerados por IA podem estar incorretos.">
            <a:extLst>
              <a:ext uri="{FF2B5EF4-FFF2-40B4-BE49-F238E27FC236}">
                <a16:creationId xmlns:a16="http://schemas.microsoft.com/office/drawing/2014/main" id="{378F15EE-B477-B6AC-5E78-95CC8E5F1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91" y="2644866"/>
            <a:ext cx="5378099" cy="1763572"/>
          </a:xfrm>
          <a:prstGeom prst="rect">
            <a:avLst/>
          </a:prstGeom>
        </p:spPr>
      </p:pic>
      <p:pic>
        <p:nvPicPr>
          <p:cNvPr id="14" name="Imagem 13" descr="Uma imagem com eletrónica, Dispositivo de comunicação,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9B41E1D8-0ECF-6BE5-F038-AE4DA30DC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960" y="2644866"/>
            <a:ext cx="1589064" cy="307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7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A198EF9A-642F-878C-C30C-AACE43782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pic>
        <p:nvPicPr>
          <p:cNvPr id="6" name="Marcador de Posição de Conteúdo 5" descr="Uma imagem com texto, roda, bicla, Roda de bicicleta&#10;&#10;Os conteúdos gerados por IA podem estar incorretos.">
            <a:extLst>
              <a:ext uri="{FF2B5EF4-FFF2-40B4-BE49-F238E27FC236}">
                <a16:creationId xmlns:a16="http://schemas.microsoft.com/office/drawing/2014/main" id="{02DA6AEB-21E3-09E8-7482-4D1E6E818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026" y="1704121"/>
            <a:ext cx="3076395" cy="4351338"/>
          </a:xfrm>
          <a:prstGeom prst="rect">
            <a:avLst/>
          </a:prstGeom>
        </p:spPr>
      </p:pic>
      <p:pic>
        <p:nvPicPr>
          <p:cNvPr id="11" name="Imagem 10" descr="Uma imagem com texto, captura de ecrã, design gráfico, póster&#10;&#10;Os conteúdos gerados por IA podem estar incorretos.">
            <a:extLst>
              <a:ext uri="{FF2B5EF4-FFF2-40B4-BE49-F238E27FC236}">
                <a16:creationId xmlns:a16="http://schemas.microsoft.com/office/drawing/2014/main" id="{CE6724C6-9D33-4972-321B-6C892DF09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580" y="1704121"/>
            <a:ext cx="3076396" cy="4351338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A30BB60D-113F-22B8-E35A-D8E5ADA124BD}"/>
              </a:ext>
            </a:extLst>
          </p:cNvPr>
          <p:cNvSpPr txBox="1">
            <a:spLocks/>
          </p:cNvSpPr>
          <p:nvPr/>
        </p:nvSpPr>
        <p:spPr>
          <a:xfrm>
            <a:off x="2843980" y="308599"/>
            <a:ext cx="6504039" cy="1080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>
                <a:solidFill>
                  <a:schemeClr val="bg1"/>
                </a:solidFill>
              </a:rPr>
              <a:t>Newsletter </a:t>
            </a:r>
            <a:r>
              <a:rPr lang="pt-PT" sz="2100" dirty="0">
                <a:solidFill>
                  <a:schemeClr val="bg1"/>
                </a:solidFill>
              </a:rPr>
              <a:t>(Desafio4) </a:t>
            </a:r>
            <a:r>
              <a:rPr lang="pt-PT" dirty="0">
                <a:solidFill>
                  <a:schemeClr val="bg1"/>
                </a:solidFill>
              </a:rPr>
              <a:t>&amp; Artigo SEO</a:t>
            </a:r>
          </a:p>
          <a:p>
            <a:pPr algn="ctr"/>
            <a:r>
              <a:rPr lang="pt-PT" sz="3100" dirty="0">
                <a:solidFill>
                  <a:schemeClr val="bg1"/>
                </a:solidFill>
              </a:rPr>
              <a:t>com CTA</a:t>
            </a:r>
          </a:p>
        </p:txBody>
      </p:sp>
    </p:spTree>
    <p:extLst>
      <p:ext uri="{BB962C8B-B14F-4D97-AF65-F5344CB8AC3E}">
        <p14:creationId xmlns:p14="http://schemas.microsoft.com/office/powerpoint/2010/main" val="300780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37AD-4187-019A-8AD4-A65C1D13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B08AE03D-98C1-945E-3326-195093F47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2A94823-8A4D-1F5E-49E3-F5FA41799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771" y="182106"/>
            <a:ext cx="5620458" cy="939329"/>
          </a:xfrm>
        </p:spPr>
        <p:txBody>
          <a:bodyPr>
            <a:norm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SEO - Técnicas</a:t>
            </a:r>
          </a:p>
        </p:txBody>
      </p:sp>
      <p:sp>
        <p:nvSpPr>
          <p:cNvPr id="16" name="Subtítulo 15">
            <a:extLst>
              <a:ext uri="{FF2B5EF4-FFF2-40B4-BE49-F238E27FC236}">
                <a16:creationId xmlns:a16="http://schemas.microsoft.com/office/drawing/2014/main" id="{9AB19081-4C95-E3BA-7096-282992CA0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802" y="1767464"/>
            <a:ext cx="2211934" cy="4167510"/>
          </a:xfrm>
        </p:spPr>
        <p:txBody>
          <a:bodyPr>
            <a:noAutofit/>
          </a:bodyPr>
          <a:lstStyle/>
          <a:p>
            <a:pPr algn="l"/>
            <a:r>
              <a:rPr lang="pt-PT" sz="1200" b="1" dirty="0">
                <a:solidFill>
                  <a:schemeClr val="bg1"/>
                </a:solidFill>
              </a:rPr>
              <a:t>Palavra-chave principal: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travões automáticos para bicicletas</a:t>
            </a:r>
          </a:p>
          <a:p>
            <a:pPr algn="l"/>
            <a:r>
              <a:rPr lang="pt-PT" sz="1200" b="1" dirty="0">
                <a:solidFill>
                  <a:schemeClr val="bg1"/>
                </a:solidFill>
              </a:rPr>
              <a:t>Palavras-chave secundárias:</a:t>
            </a:r>
            <a:endParaRPr lang="pt-PT" sz="12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travões inteligentes para bicicletas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segurança no ciclismo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travões para bicicleta urbana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tecnologia para bicicletas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prevenção de acidentes de bicicleta</a:t>
            </a:r>
          </a:p>
          <a:p>
            <a:pPr algn="l"/>
            <a:r>
              <a:rPr lang="pt-PT" sz="1200" b="1" dirty="0">
                <a:solidFill>
                  <a:schemeClr val="bg1"/>
                </a:solidFill>
              </a:rPr>
              <a:t>CTA: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i="1" dirty="0">
                <a:solidFill>
                  <a:schemeClr val="bg1"/>
                </a:solidFill>
              </a:rPr>
              <a:t>“Saiba mais”</a:t>
            </a:r>
          </a:p>
        </p:txBody>
      </p:sp>
      <p:sp>
        <p:nvSpPr>
          <p:cNvPr id="17" name="Subtítulo 15">
            <a:extLst>
              <a:ext uri="{FF2B5EF4-FFF2-40B4-BE49-F238E27FC236}">
                <a16:creationId xmlns:a16="http://schemas.microsoft.com/office/drawing/2014/main" id="{32036EE2-D3B9-0171-DA5E-4643561C1103}"/>
              </a:ext>
            </a:extLst>
          </p:cNvPr>
          <p:cNvSpPr txBox="1">
            <a:spLocks/>
          </p:cNvSpPr>
          <p:nvPr/>
        </p:nvSpPr>
        <p:spPr>
          <a:xfrm>
            <a:off x="4854886" y="1767464"/>
            <a:ext cx="2482228" cy="39691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200" b="1" dirty="0">
                <a:solidFill>
                  <a:schemeClr val="bg1"/>
                </a:solidFill>
              </a:rPr>
              <a:t>Pesquisa e Planeamento de SEO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Identificação de palavras-chave como </a:t>
            </a:r>
            <a:r>
              <a:rPr lang="pt-PT" sz="1200" i="1" dirty="0">
                <a:solidFill>
                  <a:schemeClr val="bg1"/>
                </a:solidFill>
              </a:rPr>
              <a:t>travões automáticos para bicicletas</a:t>
            </a:r>
            <a:r>
              <a:rPr lang="pt-PT" sz="1200" dirty="0">
                <a:solidFill>
                  <a:schemeClr val="bg1"/>
                </a:solidFill>
              </a:rPr>
              <a:t> relevantes para a I-</a:t>
            </a:r>
            <a:r>
              <a:rPr lang="pt-PT" sz="1200" dirty="0" err="1">
                <a:solidFill>
                  <a:schemeClr val="bg1"/>
                </a:solidFill>
              </a:rPr>
              <a:t>BrakeBicycle</a:t>
            </a:r>
            <a:r>
              <a:rPr lang="pt-PT" sz="1200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pt-PT" sz="1200" b="1" dirty="0">
                <a:solidFill>
                  <a:schemeClr val="bg1"/>
                </a:solidFill>
              </a:rPr>
              <a:t>Otimização de Conteúdo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Integração natural de palavras-chave, títulos otimizados e meta </a:t>
            </a:r>
            <a:r>
              <a:rPr lang="pt-PT" sz="1200" dirty="0" err="1">
                <a:solidFill>
                  <a:schemeClr val="bg1"/>
                </a:solidFill>
              </a:rPr>
              <a:t>descriptions</a:t>
            </a:r>
            <a:r>
              <a:rPr lang="pt-PT" sz="1200" dirty="0">
                <a:solidFill>
                  <a:schemeClr val="bg1"/>
                </a:solidFill>
              </a:rPr>
              <a:t> apelativas nos conteúdos da I-</a:t>
            </a:r>
            <a:r>
              <a:rPr lang="pt-PT" sz="1200" dirty="0" err="1">
                <a:solidFill>
                  <a:schemeClr val="bg1"/>
                </a:solidFill>
              </a:rPr>
              <a:t>BrakeBicycle</a:t>
            </a:r>
            <a:r>
              <a:rPr lang="pt-PT" sz="1200" dirty="0">
                <a:solidFill>
                  <a:schemeClr val="bg1"/>
                </a:solidFill>
              </a:rPr>
              <a:t>.</a:t>
            </a:r>
          </a:p>
          <a:p>
            <a:pPr algn="l"/>
            <a:br>
              <a:rPr lang="pt-PT" sz="1200" dirty="0">
                <a:solidFill>
                  <a:schemeClr val="bg1"/>
                </a:solidFill>
              </a:rPr>
            </a:br>
            <a:r>
              <a:rPr lang="pt-PT" sz="1200" b="1" dirty="0">
                <a:solidFill>
                  <a:schemeClr val="bg1"/>
                </a:solidFill>
              </a:rPr>
              <a:t>Estrutura do Conteúdo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Organização do texto com cabeçalhos (H1, H2), parágrafos curtos e listas para facilitar a leitura.</a:t>
            </a:r>
          </a:p>
          <a:p>
            <a:pPr algn="l"/>
            <a:r>
              <a:rPr lang="pt-PT" sz="1200" b="1" dirty="0">
                <a:solidFill>
                  <a:schemeClr val="bg1"/>
                </a:solidFill>
              </a:rPr>
              <a:t>Qualidade e Relevância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Produção de conteúdos informativos sobre segurança no ciclismo e tecnologia de travagem.</a:t>
            </a:r>
          </a:p>
        </p:txBody>
      </p:sp>
      <p:sp>
        <p:nvSpPr>
          <p:cNvPr id="19" name="Subtítulo 15">
            <a:extLst>
              <a:ext uri="{FF2B5EF4-FFF2-40B4-BE49-F238E27FC236}">
                <a16:creationId xmlns:a16="http://schemas.microsoft.com/office/drawing/2014/main" id="{BB6BAAD9-126E-E3DE-1A5F-7C0E849D4961}"/>
              </a:ext>
            </a:extLst>
          </p:cNvPr>
          <p:cNvSpPr txBox="1">
            <a:spLocks/>
          </p:cNvSpPr>
          <p:nvPr/>
        </p:nvSpPr>
        <p:spPr>
          <a:xfrm>
            <a:off x="8959970" y="1767464"/>
            <a:ext cx="2482228" cy="4262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200" b="1" dirty="0">
                <a:solidFill>
                  <a:schemeClr val="bg1"/>
                </a:solidFill>
              </a:rPr>
              <a:t>Otimização Técnica do Site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Melhoria da velocidade, resposta mobile, </a:t>
            </a:r>
            <a:r>
              <a:rPr lang="pt-PT" sz="1200" dirty="0" err="1">
                <a:solidFill>
                  <a:schemeClr val="bg1"/>
                </a:solidFill>
              </a:rPr>
              <a:t>URLs</a:t>
            </a:r>
            <a:r>
              <a:rPr lang="pt-PT" sz="1200" dirty="0">
                <a:solidFill>
                  <a:schemeClr val="bg1"/>
                </a:solidFill>
              </a:rPr>
              <a:t> simples e indexação correta do site I-</a:t>
            </a:r>
            <a:r>
              <a:rPr lang="pt-PT" sz="1200" dirty="0" err="1">
                <a:solidFill>
                  <a:schemeClr val="bg1"/>
                </a:solidFill>
              </a:rPr>
              <a:t>BrakeBicycle</a:t>
            </a:r>
            <a:r>
              <a:rPr lang="pt-PT" sz="1200" dirty="0">
                <a:solidFill>
                  <a:schemeClr val="bg1"/>
                </a:solidFill>
              </a:rPr>
              <a:t>.</a:t>
            </a:r>
          </a:p>
          <a:p>
            <a:pPr algn="l"/>
            <a:br>
              <a:rPr lang="pt-PT" sz="1200" dirty="0">
                <a:solidFill>
                  <a:schemeClr val="bg1"/>
                </a:solidFill>
              </a:rPr>
            </a:br>
            <a:r>
              <a:rPr lang="pt-PT" sz="1200" b="1" dirty="0">
                <a:solidFill>
                  <a:schemeClr val="bg1"/>
                </a:solidFill>
              </a:rPr>
              <a:t>Otimização de Imagens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Utilização de imagens leves dos travões I-</a:t>
            </a:r>
            <a:r>
              <a:rPr lang="pt-PT" sz="1200" dirty="0" err="1">
                <a:solidFill>
                  <a:schemeClr val="bg1"/>
                </a:solidFill>
              </a:rPr>
              <a:t>BrakeBicycle</a:t>
            </a:r>
            <a:r>
              <a:rPr lang="pt-PT" sz="1200" dirty="0">
                <a:solidFill>
                  <a:schemeClr val="bg1"/>
                </a:solidFill>
              </a:rPr>
              <a:t> com texto alternativo descritivo.</a:t>
            </a:r>
          </a:p>
          <a:p>
            <a:pPr algn="l"/>
            <a:br>
              <a:rPr lang="pt-PT" sz="1200" dirty="0">
                <a:solidFill>
                  <a:schemeClr val="bg1"/>
                </a:solidFill>
              </a:rPr>
            </a:br>
            <a:r>
              <a:rPr lang="pt-PT" sz="1200" b="1" dirty="0">
                <a:solidFill>
                  <a:schemeClr val="bg1"/>
                </a:solidFill>
              </a:rPr>
              <a:t>Ligação entre Páginas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Uso de links internos e externos para melhorar navegação e credibilidade do site.</a:t>
            </a:r>
          </a:p>
          <a:p>
            <a:pPr algn="l"/>
            <a:br>
              <a:rPr lang="pt-PT" sz="1200" dirty="0">
                <a:solidFill>
                  <a:schemeClr val="bg1"/>
                </a:solidFill>
              </a:rPr>
            </a:br>
            <a:r>
              <a:rPr lang="pt-PT" sz="1200" b="1" dirty="0">
                <a:solidFill>
                  <a:schemeClr val="bg1"/>
                </a:solidFill>
              </a:rPr>
              <a:t>Monitorização e Ajustes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Análise de resultados e otimização contínua com base no comportamento dos utilizadores.</a:t>
            </a:r>
          </a:p>
        </p:txBody>
      </p:sp>
    </p:spTree>
    <p:extLst>
      <p:ext uri="{BB962C8B-B14F-4D97-AF65-F5344CB8AC3E}">
        <p14:creationId xmlns:p14="http://schemas.microsoft.com/office/powerpoint/2010/main" val="167945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DABD4C33-6C14-A424-A609-63789E5AC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356BBB-169B-75B8-33A5-C5323F98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207" y="120919"/>
            <a:ext cx="3023586" cy="771217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Google ADS</a:t>
            </a:r>
          </a:p>
        </p:txBody>
      </p:sp>
      <p:pic>
        <p:nvPicPr>
          <p:cNvPr id="6" name="Imagem 5" descr="Uma imagem com texto, software, Página web, Website&#10;&#10;Os conteúdos gerados por IA podem estar incorretos.">
            <a:extLst>
              <a:ext uri="{FF2B5EF4-FFF2-40B4-BE49-F238E27FC236}">
                <a16:creationId xmlns:a16="http://schemas.microsoft.com/office/drawing/2014/main" id="{F7DEDFDD-8106-0BAB-C8A9-0C08B08D4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59" y="892136"/>
            <a:ext cx="5778893" cy="2607880"/>
          </a:xfrm>
          <a:prstGeom prst="rect">
            <a:avLst/>
          </a:prstGeom>
        </p:spPr>
      </p:pic>
      <p:pic>
        <p:nvPicPr>
          <p:cNvPr id="8" name="Imagem 7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264559E8-1EB6-1698-FCD3-4595DB43A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632" y="4090753"/>
            <a:ext cx="3409425" cy="1770360"/>
          </a:xfrm>
          <a:prstGeom prst="rect">
            <a:avLst/>
          </a:prstGeom>
        </p:spPr>
      </p:pic>
      <p:pic>
        <p:nvPicPr>
          <p:cNvPr id="10" name="Imagem 9" descr="Uma imagem com texto, software, captura de ecrã, Ícone de computador&#10;&#10;Os conteúdos gerados por IA podem estar incorretos.">
            <a:extLst>
              <a:ext uri="{FF2B5EF4-FFF2-40B4-BE49-F238E27FC236}">
                <a16:creationId xmlns:a16="http://schemas.microsoft.com/office/drawing/2014/main" id="{0D309213-547C-B926-D70C-EF99C69AE4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950" y="1907247"/>
            <a:ext cx="5789917" cy="260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8C9B-A835-F9D3-1A62-B1F82591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1CD23745-C5AD-73B8-C60E-C3A852D3C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24ED-22FA-ACD9-1DE0-6BB31854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207" y="120919"/>
            <a:ext cx="3023586" cy="771217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Google ADS</a:t>
            </a:r>
          </a:p>
        </p:txBody>
      </p:sp>
      <p:pic>
        <p:nvPicPr>
          <p:cNvPr id="5" name="Imagem 4" descr="Uma imagem com texto, software, Ícone de computador, captura de ecrã&#10;&#10;Os conteúdos gerados por IA podem estar incorretos.">
            <a:extLst>
              <a:ext uri="{FF2B5EF4-FFF2-40B4-BE49-F238E27FC236}">
                <a16:creationId xmlns:a16="http://schemas.microsoft.com/office/drawing/2014/main" id="{C6A47EED-2C27-8317-22F4-808C96F22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251" y="1026747"/>
            <a:ext cx="5308205" cy="2402253"/>
          </a:xfrm>
          <a:prstGeom prst="rect">
            <a:avLst/>
          </a:prstGeom>
        </p:spPr>
      </p:pic>
      <p:pic>
        <p:nvPicPr>
          <p:cNvPr id="9" name="Imagem 8" descr="Uma imagem com texto, software, Ícone de computador, Página web&#10;&#10;Os conteúdos gerados por IA podem estar incorretos.">
            <a:extLst>
              <a:ext uri="{FF2B5EF4-FFF2-40B4-BE49-F238E27FC236}">
                <a16:creationId xmlns:a16="http://schemas.microsoft.com/office/drawing/2014/main" id="{7862FD17-8B02-87CA-8D74-E9C33ACD3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40" y="1019915"/>
            <a:ext cx="5317097" cy="2402253"/>
          </a:xfrm>
          <a:prstGeom prst="rect">
            <a:avLst/>
          </a:prstGeom>
        </p:spPr>
      </p:pic>
      <p:pic>
        <p:nvPicPr>
          <p:cNvPr id="12" name="Imagem 11" descr="Uma imagem com texto, software, Ícone de computador, captura de ecrã&#10;&#10;Os conteúdos gerados por IA podem estar incorretos.">
            <a:extLst>
              <a:ext uri="{FF2B5EF4-FFF2-40B4-BE49-F238E27FC236}">
                <a16:creationId xmlns:a16="http://schemas.microsoft.com/office/drawing/2014/main" id="{E5F2C2A4-F748-B605-0EE4-DF332015E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88" y="3713585"/>
            <a:ext cx="5041224" cy="227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8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2E30-0559-7214-BBF3-7984A31F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009C0ED5-7D4D-435A-FE9B-4B58E21AC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91DC22-61E7-EAD1-C0E2-EA42D6E4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207" y="120919"/>
            <a:ext cx="3023586" cy="771217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Google ADS</a:t>
            </a:r>
          </a:p>
        </p:txBody>
      </p:sp>
      <p:pic>
        <p:nvPicPr>
          <p:cNvPr id="6" name="Imagem 5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A5D1D7CF-D26E-C8E1-7395-3273E0399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743" y="1019916"/>
            <a:ext cx="6276512" cy="2132510"/>
          </a:xfrm>
          <a:prstGeom prst="rect">
            <a:avLst/>
          </a:prstGeom>
        </p:spPr>
      </p:pic>
      <p:pic>
        <p:nvPicPr>
          <p:cNvPr id="8" name="Imagem 7" descr="Uma imagem com texto, software, Página web, Ícone de computador&#10;&#10;Os conteúdos gerados por IA podem estar incorretos.">
            <a:extLst>
              <a:ext uri="{FF2B5EF4-FFF2-40B4-BE49-F238E27FC236}">
                <a16:creationId xmlns:a16="http://schemas.microsoft.com/office/drawing/2014/main" id="{C80AAC8D-F571-8EE4-6B46-4013FA929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462" y="3532296"/>
            <a:ext cx="5909075" cy="26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0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1BB7-2B8E-A9E4-ADD1-AB62BCB4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CDF3CE50-6442-9715-380F-07B0D484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88BEB1-2F85-7B17-96FC-99515B43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207" y="120919"/>
            <a:ext cx="3023586" cy="771217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Google ADS</a:t>
            </a:r>
          </a:p>
        </p:txBody>
      </p:sp>
      <p:pic>
        <p:nvPicPr>
          <p:cNvPr id="5" name="Imagem 4" descr="Uma imagem com texto, captura de ecrã, software, número&#10;&#10;Os conteúdos gerados por IA podem estar incorretos.">
            <a:extLst>
              <a:ext uri="{FF2B5EF4-FFF2-40B4-BE49-F238E27FC236}">
                <a16:creationId xmlns:a16="http://schemas.microsoft.com/office/drawing/2014/main" id="{6F400A1B-3918-0811-7EF6-F1A49D00D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738" y="899859"/>
            <a:ext cx="5642522" cy="2556492"/>
          </a:xfrm>
          <a:prstGeom prst="rect">
            <a:avLst/>
          </a:prstGeom>
        </p:spPr>
      </p:pic>
      <p:pic>
        <p:nvPicPr>
          <p:cNvPr id="9" name="Imagem 8" descr="Uma imagem com texto, software, Página web, Ícone de computador&#10;&#10;Os conteúdos gerados por IA podem estar incorretos.">
            <a:extLst>
              <a:ext uri="{FF2B5EF4-FFF2-40B4-BE49-F238E27FC236}">
                <a16:creationId xmlns:a16="http://schemas.microsoft.com/office/drawing/2014/main" id="{87ACE93D-FF31-81B4-3CFA-3BFF30B88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739" y="3579901"/>
            <a:ext cx="5642521" cy="254766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56BA199-1CB1-3434-EE69-409170A358FC}"/>
              </a:ext>
            </a:extLst>
          </p:cNvPr>
          <p:cNvGrpSpPr/>
          <p:nvPr/>
        </p:nvGrpSpPr>
        <p:grpSpPr>
          <a:xfrm>
            <a:off x="6014672" y="3088945"/>
            <a:ext cx="63000" cy="13320"/>
            <a:chOff x="6014672" y="3088945"/>
            <a:chExt cx="63000" cy="1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EF31F7B2-0149-78DB-D635-A514F8FC6E63}"/>
                    </a:ext>
                  </a:extLst>
                </p14:cNvPr>
                <p14:cNvContentPartPr/>
                <p14:nvPr/>
              </p14:nvContentPartPr>
              <p14:xfrm>
                <a:off x="6014672" y="3095425"/>
                <a:ext cx="63000" cy="25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EF31F7B2-0149-78DB-D635-A514F8FC6E6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08552" y="3089305"/>
                  <a:ext cx="752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17E918F2-7F3C-D131-BF06-2AEBDB2C1FFD}"/>
                    </a:ext>
                  </a:extLst>
                </p14:cNvPr>
                <p14:cNvContentPartPr/>
                <p14:nvPr/>
              </p14:nvContentPartPr>
              <p14:xfrm>
                <a:off x="6021152" y="3088945"/>
                <a:ext cx="54720" cy="1332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17E918F2-7F3C-D131-BF06-2AEBDB2C1F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15032" y="3082825"/>
                  <a:ext cx="6696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96D793B4-FA32-B5B2-391E-490924A150B1}"/>
                  </a:ext>
                </a:extLst>
              </p14:cNvPr>
              <p14:cNvContentPartPr/>
              <p14:nvPr/>
            </p14:nvContentPartPr>
            <p14:xfrm>
              <a:off x="6723512" y="2204065"/>
              <a:ext cx="132480" cy="36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96D793B4-FA32-B5B2-391E-490924A150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17392" y="2197945"/>
                <a:ext cx="144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5A081E23-1905-2D36-2529-B72ABC5DC413}"/>
                  </a:ext>
                </a:extLst>
              </p14:cNvPr>
              <p14:cNvContentPartPr/>
              <p14:nvPr/>
            </p14:nvContentPartPr>
            <p14:xfrm>
              <a:off x="5689592" y="2239345"/>
              <a:ext cx="79920" cy="612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5A081E23-1905-2D36-2529-B72ABC5DC4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83472" y="2233225"/>
                <a:ext cx="9216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F3838D6-456A-D059-C858-B24CD232AAE1}"/>
              </a:ext>
            </a:extLst>
          </p:cNvPr>
          <p:cNvGrpSpPr/>
          <p:nvPr/>
        </p:nvGrpSpPr>
        <p:grpSpPr>
          <a:xfrm>
            <a:off x="5683472" y="2151505"/>
            <a:ext cx="161640" cy="23400"/>
            <a:chOff x="5683472" y="2151505"/>
            <a:chExt cx="161640" cy="2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9F191F70-0B1C-964F-4C85-959DAB3B9B14}"/>
                    </a:ext>
                  </a:extLst>
                </p14:cNvPr>
                <p14:cNvContentPartPr/>
                <p14:nvPr/>
              </p14:nvContentPartPr>
              <p14:xfrm>
                <a:off x="5692832" y="2153305"/>
                <a:ext cx="152280" cy="1044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9F191F70-0B1C-964F-4C85-959DAB3B9B1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86712" y="2147185"/>
                  <a:ext cx="164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982A316F-9116-C9E4-FCE9-D2D1A64DF971}"/>
                    </a:ext>
                  </a:extLst>
                </p14:cNvPr>
                <p14:cNvContentPartPr/>
                <p14:nvPr/>
              </p14:nvContentPartPr>
              <p14:xfrm>
                <a:off x="5683472" y="2151505"/>
                <a:ext cx="157680" cy="133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982A316F-9116-C9E4-FCE9-D2D1A64DF9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77352" y="2145385"/>
                  <a:ext cx="169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DBF876FA-E578-91DF-FE3D-4069D147DFFC}"/>
                    </a:ext>
                  </a:extLst>
                </p14:cNvPr>
                <p14:cNvContentPartPr/>
                <p14:nvPr/>
              </p14:nvContentPartPr>
              <p14:xfrm>
                <a:off x="5700752" y="2172385"/>
                <a:ext cx="79560" cy="252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DBF876FA-E578-91DF-FE3D-4069D147DF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94632" y="2166265"/>
                  <a:ext cx="91800" cy="1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4502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6b85ad-a448-4186-a9af-e3ccad3302c5}" enabled="0" method="" siteId="{536b85ad-a448-4186-a9af-e3ccad3302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228</Words>
  <Application>Microsoft Office PowerPoint</Application>
  <PresentationFormat>Ecrã Panorâmico</PresentationFormat>
  <Paragraphs>40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SEO + Google Ads - Desafio 5</vt:lpstr>
      <vt:lpstr>Googl’it</vt:lpstr>
      <vt:lpstr>Apresentação do PowerPoint</vt:lpstr>
      <vt:lpstr>SEO - Técnicas</vt:lpstr>
      <vt:lpstr>Google ADS</vt:lpstr>
      <vt:lpstr>Google ADS</vt:lpstr>
      <vt:lpstr>Google ADS</vt:lpstr>
      <vt:lpstr>Google ADS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Israel Monsanto Ferreira Pereira Lagos</dc:creator>
  <cp:lastModifiedBy>Tiago Israel Monsanto Ferreira Pereira Lagos</cp:lastModifiedBy>
  <cp:revision>2</cp:revision>
  <dcterms:created xsi:type="dcterms:W3CDTF">2026-01-21T12:01:49Z</dcterms:created>
  <dcterms:modified xsi:type="dcterms:W3CDTF">2026-02-04T00:32:10Z</dcterms:modified>
</cp:coreProperties>
</file>